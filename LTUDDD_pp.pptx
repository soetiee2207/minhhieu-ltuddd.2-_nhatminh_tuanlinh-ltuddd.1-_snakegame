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Faustina Bold" charset="1" panose="00000800000000000000"/>
      <p:regular r:id="rId19"/>
    </p:embeddedFont>
    <p:embeddedFont>
      <p:font typeface="Cabin" charset="1" panose="00000500000000000000"/>
      <p:regular r:id="rId20"/>
    </p:embeddedFont>
    <p:embeddedFont>
      <p:font typeface="Open Sauce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media/image11.png" Type="http://schemas.openxmlformats.org/officeDocument/2006/relationships/image"/><Relationship Id="rId20" Target="../media/image29.png" Type="http://schemas.openxmlformats.org/officeDocument/2006/relationships/image"/><Relationship Id="rId21" Target="../media/image30.svg" Type="http://schemas.openxmlformats.org/officeDocument/2006/relationships/image"/><Relationship Id="rId22" Target="../media/image31.png" Type="http://schemas.openxmlformats.org/officeDocument/2006/relationships/image"/><Relationship Id="rId23" Target="../media/image32.svg" Type="http://schemas.openxmlformats.org/officeDocument/2006/relationships/image"/><Relationship Id="rId24" Target="../media/image33.png" Type="http://schemas.openxmlformats.org/officeDocument/2006/relationships/image"/><Relationship Id="rId25" Target="../media/image34.svg" Type="http://schemas.openxmlformats.org/officeDocument/2006/relationships/image"/><Relationship Id="rId26" Target="../media/image35.png" Type="http://schemas.openxmlformats.org/officeDocument/2006/relationships/image"/><Relationship Id="rId27" Target="../media/image36.svg" Type="http://schemas.openxmlformats.org/officeDocument/2006/relationships/image"/><Relationship Id="rId28" Target="../media/image37.png" Type="http://schemas.openxmlformats.org/officeDocument/2006/relationships/image"/><Relationship Id="rId29" Target="../media/image38.svg" Type="http://schemas.openxmlformats.org/officeDocument/2006/relationships/image"/><Relationship Id="rId3" Target="../media/image12.svg" Type="http://schemas.openxmlformats.org/officeDocument/2006/relationships/image"/><Relationship Id="rId30" Target="../media/image39.png" Type="http://schemas.openxmlformats.org/officeDocument/2006/relationships/image"/><Relationship Id="rId31" Target="../media/image40.svg" Type="http://schemas.openxmlformats.org/officeDocument/2006/relationships/image"/><Relationship Id="rId32" Target="../media/image41.png" Type="http://schemas.openxmlformats.org/officeDocument/2006/relationships/image"/><Relationship Id="rId33" Target="../media/image4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27.png" Type="http://schemas.openxmlformats.org/officeDocument/2006/relationships/image"/><Relationship Id="rId17" Target="../media/image28.svg" Type="http://schemas.openxmlformats.org/officeDocument/2006/relationships/image"/><Relationship Id="rId18" Target="../media/image29.png" Type="http://schemas.openxmlformats.org/officeDocument/2006/relationships/image"/><Relationship Id="rId19" Target="../media/image30.svg" Type="http://schemas.openxmlformats.org/officeDocument/2006/relationships/image"/><Relationship Id="rId2" Target="../media/image11.png" Type="http://schemas.openxmlformats.org/officeDocument/2006/relationships/image"/><Relationship Id="rId20" Target="../media/image39.png" Type="http://schemas.openxmlformats.org/officeDocument/2006/relationships/image"/><Relationship Id="rId21" Target="../media/image40.svg" Type="http://schemas.openxmlformats.org/officeDocument/2006/relationships/image"/><Relationship Id="rId22" Target="../media/image31.png" Type="http://schemas.openxmlformats.org/officeDocument/2006/relationships/image"/><Relationship Id="rId23" Target="../media/image32.svg" Type="http://schemas.openxmlformats.org/officeDocument/2006/relationships/image"/><Relationship Id="rId24" Target="../media/image43.png" Type="http://schemas.openxmlformats.org/officeDocument/2006/relationships/image"/><Relationship Id="rId25" Target="../media/image44.svg" Type="http://schemas.openxmlformats.org/officeDocument/2006/relationships/image"/><Relationship Id="rId26" Target="../media/image37.png" Type="http://schemas.openxmlformats.org/officeDocument/2006/relationships/image"/><Relationship Id="rId27" Target="../media/image38.svg" Type="http://schemas.openxmlformats.org/officeDocument/2006/relationships/image"/><Relationship Id="rId28" Target="../media/image45.png" Type="http://schemas.openxmlformats.org/officeDocument/2006/relationships/image"/><Relationship Id="rId29" Target="../media/image46.svg" Type="http://schemas.openxmlformats.org/officeDocument/2006/relationships/image"/><Relationship Id="rId3" Target="../media/image12.svg" Type="http://schemas.openxmlformats.org/officeDocument/2006/relationships/image"/><Relationship Id="rId30" Target="../media/image17.png" Type="http://schemas.openxmlformats.org/officeDocument/2006/relationships/image"/><Relationship Id="rId31" Target="../media/image18.svg" Type="http://schemas.openxmlformats.org/officeDocument/2006/relationships/image"/><Relationship Id="rId32" Target="../media/image19.png" Type="http://schemas.openxmlformats.org/officeDocument/2006/relationships/image"/><Relationship Id="rId33" Target="../media/image20.svg" Type="http://schemas.openxmlformats.org/officeDocument/2006/relationships/image"/><Relationship Id="rId34" Target="../media/image35.png" Type="http://schemas.openxmlformats.org/officeDocument/2006/relationships/image"/><Relationship Id="rId35" Target="../media/image3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svg" Type="http://schemas.openxmlformats.org/officeDocument/2006/relationships/image"/><Relationship Id="rId12" Target="../media/image62.png" Type="http://schemas.openxmlformats.org/officeDocument/2006/relationships/image"/><Relationship Id="rId13" Target="../media/image63.svg" Type="http://schemas.openxmlformats.org/officeDocument/2006/relationships/image"/><Relationship Id="rId14" Target="../media/image64.png" Type="http://schemas.openxmlformats.org/officeDocument/2006/relationships/image"/><Relationship Id="rId15" Target="../media/image65.svg" Type="http://schemas.openxmlformats.org/officeDocument/2006/relationships/image"/><Relationship Id="rId16" Target="../media/image66.png" Type="http://schemas.openxmlformats.org/officeDocument/2006/relationships/image"/><Relationship Id="rId17" Target="../media/image67.svg" Type="http://schemas.openxmlformats.org/officeDocument/2006/relationships/image"/><Relationship Id="rId18" Target="../media/image68.png" Type="http://schemas.openxmlformats.org/officeDocument/2006/relationships/image"/><Relationship Id="rId19" Target="../media/image69.svg" Type="http://schemas.openxmlformats.org/officeDocument/2006/relationships/image"/><Relationship Id="rId2" Target="../media/image52.png" Type="http://schemas.openxmlformats.org/officeDocument/2006/relationships/image"/><Relationship Id="rId20" Target="../media/image70.png" Type="http://schemas.openxmlformats.org/officeDocument/2006/relationships/image"/><Relationship Id="rId21" Target="../media/image71.svg" Type="http://schemas.openxmlformats.org/officeDocument/2006/relationships/image"/><Relationship Id="rId22" Target="../media/image72.png" Type="http://schemas.openxmlformats.org/officeDocument/2006/relationships/image"/><Relationship Id="rId23" Target="../media/image73.svg" Type="http://schemas.openxmlformats.org/officeDocument/2006/relationships/image"/><Relationship Id="rId24" Target="../media/image74.png" Type="http://schemas.openxmlformats.org/officeDocument/2006/relationships/image"/><Relationship Id="rId25" Target="../media/image75.svg" Type="http://schemas.openxmlformats.org/officeDocument/2006/relationships/image"/><Relationship Id="rId3" Target="../media/image53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Relationship Id="rId8" Target="../media/image58.png" Type="http://schemas.openxmlformats.org/officeDocument/2006/relationships/image"/><Relationship Id="rId9" Target="../media/image5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83.svg" Type="http://schemas.openxmlformats.org/officeDocument/2006/relationships/image"/><Relationship Id="rId12" Target="../media/image84.png" Type="http://schemas.openxmlformats.org/officeDocument/2006/relationships/image"/><Relationship Id="rId13" Target="../media/image85.svg" Type="http://schemas.openxmlformats.org/officeDocument/2006/relationships/image"/><Relationship Id="rId14" Target="../media/image86.png" Type="http://schemas.openxmlformats.org/officeDocument/2006/relationships/image"/><Relationship Id="rId15" Target="../media/image87.svg" Type="http://schemas.openxmlformats.org/officeDocument/2006/relationships/image"/><Relationship Id="rId16" Target="../media/image88.png" Type="http://schemas.openxmlformats.org/officeDocument/2006/relationships/image"/><Relationship Id="rId17" Target="../media/image89.svg" Type="http://schemas.openxmlformats.org/officeDocument/2006/relationships/image"/><Relationship Id="rId18" Target="../media/image90.png" Type="http://schemas.openxmlformats.org/officeDocument/2006/relationships/image"/><Relationship Id="rId19" Target="../media/image91.svg" Type="http://schemas.openxmlformats.org/officeDocument/2006/relationships/image"/><Relationship Id="rId2" Target="../media/image47.png" Type="http://schemas.openxmlformats.org/officeDocument/2006/relationships/image"/><Relationship Id="rId20" Target="../media/image92.png" Type="http://schemas.openxmlformats.org/officeDocument/2006/relationships/image"/><Relationship Id="rId21" Target="../media/image93.svg" Type="http://schemas.openxmlformats.org/officeDocument/2006/relationships/image"/><Relationship Id="rId22" Target="../media/image94.png" Type="http://schemas.openxmlformats.org/officeDocument/2006/relationships/image"/><Relationship Id="rId23" Target="../media/image95.svg" Type="http://schemas.openxmlformats.org/officeDocument/2006/relationships/image"/><Relationship Id="rId24" Target="../media/image25.png" Type="http://schemas.openxmlformats.org/officeDocument/2006/relationships/image"/><Relationship Id="rId25" Target="../media/image26.svg" Type="http://schemas.openxmlformats.org/officeDocument/2006/relationships/image"/><Relationship Id="rId3" Target="../media/image48.svg" Type="http://schemas.openxmlformats.org/officeDocument/2006/relationships/image"/><Relationship Id="rId4" Target="../media/image76.png" Type="http://schemas.openxmlformats.org/officeDocument/2006/relationships/image"/><Relationship Id="rId5" Target="../media/image77.svg" Type="http://schemas.openxmlformats.org/officeDocument/2006/relationships/image"/><Relationship Id="rId6" Target="../media/image78.png" Type="http://schemas.openxmlformats.org/officeDocument/2006/relationships/image"/><Relationship Id="rId7" Target="../media/image79.svg" Type="http://schemas.openxmlformats.org/officeDocument/2006/relationships/image"/><Relationship Id="rId8" Target="../media/image80.png" Type="http://schemas.openxmlformats.org/officeDocument/2006/relationships/image"/><Relationship Id="rId9" Target="../media/image8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96.png" Type="http://schemas.openxmlformats.org/officeDocument/2006/relationships/image"/><Relationship Id="rId7" Target="../media/image9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0.png" Type="http://schemas.openxmlformats.org/officeDocument/2006/relationships/image"/><Relationship Id="rId11" Target="../media/image101.png" Type="http://schemas.openxmlformats.org/officeDocument/2006/relationships/image"/><Relationship Id="rId12" Target="../media/image102.png" Type="http://schemas.openxmlformats.org/officeDocument/2006/relationships/image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96.png" Type="http://schemas.openxmlformats.org/officeDocument/2006/relationships/image"/><Relationship Id="rId7" Target="../media/image9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svg" Type="http://schemas.openxmlformats.org/officeDocument/2006/relationships/image"/><Relationship Id="rId11" Target="../media/image110.png" Type="http://schemas.openxmlformats.org/officeDocument/2006/relationships/image"/><Relationship Id="rId12" Target="../media/image111.svg" Type="http://schemas.openxmlformats.org/officeDocument/2006/relationships/image"/><Relationship Id="rId13" Target="../media/image112.png" Type="http://schemas.openxmlformats.org/officeDocument/2006/relationships/image"/><Relationship Id="rId14" Target="../media/image113.svg" Type="http://schemas.openxmlformats.org/officeDocument/2006/relationships/image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103.jpeg" Type="http://schemas.openxmlformats.org/officeDocument/2006/relationships/image"/><Relationship Id="rId5" Target="../media/image104.png" Type="http://schemas.openxmlformats.org/officeDocument/2006/relationships/image"/><Relationship Id="rId6" Target="../media/image105.svg" Type="http://schemas.openxmlformats.org/officeDocument/2006/relationships/image"/><Relationship Id="rId7" Target="../media/image106.png" Type="http://schemas.openxmlformats.org/officeDocument/2006/relationships/image"/><Relationship Id="rId8" Target="../media/image107.svg" Type="http://schemas.openxmlformats.org/officeDocument/2006/relationships/image"/><Relationship Id="rId9" Target="../media/image10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0.png" Type="http://schemas.openxmlformats.org/officeDocument/2006/relationships/image"/><Relationship Id="rId11" Target="../media/image121.svg" Type="http://schemas.openxmlformats.org/officeDocument/2006/relationships/image"/><Relationship Id="rId12" Target="../media/image122.png" Type="http://schemas.openxmlformats.org/officeDocument/2006/relationships/image"/><Relationship Id="rId13" Target="../media/image123.svg" Type="http://schemas.openxmlformats.org/officeDocument/2006/relationships/image"/><Relationship Id="rId2" Target="../media/image114.png" Type="http://schemas.openxmlformats.org/officeDocument/2006/relationships/image"/><Relationship Id="rId3" Target="../media/image115.svg" Type="http://schemas.openxmlformats.org/officeDocument/2006/relationships/image"/><Relationship Id="rId4" Target="../media/image116.png" Type="http://schemas.openxmlformats.org/officeDocument/2006/relationships/image"/><Relationship Id="rId5" Target="../media/image117.svg" Type="http://schemas.openxmlformats.org/officeDocument/2006/relationships/image"/><Relationship Id="rId6" Target="../media/image106.png" Type="http://schemas.openxmlformats.org/officeDocument/2006/relationships/image"/><Relationship Id="rId7" Target="../media/image107.svg" Type="http://schemas.openxmlformats.org/officeDocument/2006/relationships/image"/><Relationship Id="rId8" Target="../media/image118.png" Type="http://schemas.openxmlformats.org/officeDocument/2006/relationships/image"/><Relationship Id="rId9" Target="../media/image1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8.png" Type="http://schemas.openxmlformats.org/officeDocument/2006/relationships/image"/><Relationship Id="rId11" Target="../media/image129.svg" Type="http://schemas.openxmlformats.org/officeDocument/2006/relationships/image"/><Relationship Id="rId2" Target="../media/image124.png" Type="http://schemas.openxmlformats.org/officeDocument/2006/relationships/image"/><Relationship Id="rId3" Target="../media/image125.svg" Type="http://schemas.openxmlformats.org/officeDocument/2006/relationships/image"/><Relationship Id="rId4" Target="../media/image126.png" Type="http://schemas.openxmlformats.org/officeDocument/2006/relationships/image"/><Relationship Id="rId5" Target="../media/image127.svg" Type="http://schemas.openxmlformats.org/officeDocument/2006/relationships/image"/><Relationship Id="rId6" Target="../media/image122.png" Type="http://schemas.openxmlformats.org/officeDocument/2006/relationships/image"/><Relationship Id="rId7" Target="../media/image123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svg" Type="http://schemas.openxmlformats.org/officeDocument/2006/relationships/image"/><Relationship Id="rId12" Target="../media/image106.png" Type="http://schemas.openxmlformats.org/officeDocument/2006/relationships/image"/><Relationship Id="rId13" Target="../media/image107.svg" Type="http://schemas.openxmlformats.org/officeDocument/2006/relationships/image"/><Relationship Id="rId14" Target="../media/image134.png" Type="http://schemas.openxmlformats.org/officeDocument/2006/relationships/image"/><Relationship Id="rId15" Target="../media/image135.svg" Type="http://schemas.openxmlformats.org/officeDocument/2006/relationships/image"/><Relationship Id="rId16" Target="../media/image136.png" Type="http://schemas.openxmlformats.org/officeDocument/2006/relationships/image"/><Relationship Id="rId17" Target="../media/image137.svg" Type="http://schemas.openxmlformats.org/officeDocument/2006/relationships/image"/><Relationship Id="rId18" Target="../media/image138.png" Type="http://schemas.openxmlformats.org/officeDocument/2006/relationships/image"/><Relationship Id="rId19" Target="../media/image139.svg" Type="http://schemas.openxmlformats.org/officeDocument/2006/relationships/image"/><Relationship Id="rId2" Target="../media/image49.png" Type="http://schemas.openxmlformats.org/officeDocument/2006/relationships/image"/><Relationship Id="rId20" Target="../media/image140.png" Type="http://schemas.openxmlformats.org/officeDocument/2006/relationships/image"/><Relationship Id="rId21" Target="../media/image141.svg" Type="http://schemas.openxmlformats.org/officeDocument/2006/relationships/image"/><Relationship Id="rId3" Target="../media/image50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130.png" Type="http://schemas.openxmlformats.org/officeDocument/2006/relationships/image"/><Relationship Id="rId7" Target="../media/image131.svg" Type="http://schemas.openxmlformats.org/officeDocument/2006/relationships/image"/><Relationship Id="rId8" Target="../media/image132.png" Type="http://schemas.openxmlformats.org/officeDocument/2006/relationships/image"/><Relationship Id="rId9" Target="../media/image13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2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143.png" Type="http://schemas.openxmlformats.org/officeDocument/2006/relationships/image"/><Relationship Id="rId6" Target="../media/image14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58927" y="977066"/>
            <a:ext cx="4421172" cy="3207360"/>
          </a:xfrm>
          <a:custGeom>
            <a:avLst/>
            <a:gdLst/>
            <a:ahLst/>
            <a:cxnLst/>
            <a:rect r="r" b="b" t="t" l="l"/>
            <a:pathLst>
              <a:path h="3207360" w="4421172">
                <a:moveTo>
                  <a:pt x="0" y="0"/>
                </a:moveTo>
                <a:lnTo>
                  <a:pt x="4421172" y="0"/>
                </a:lnTo>
                <a:lnTo>
                  <a:pt x="4421172" y="3207359"/>
                </a:lnTo>
                <a:lnTo>
                  <a:pt x="0" y="3207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830448">
            <a:off x="8052396" y="4664806"/>
            <a:ext cx="1304656" cy="1172560"/>
          </a:xfrm>
          <a:custGeom>
            <a:avLst/>
            <a:gdLst/>
            <a:ahLst/>
            <a:cxnLst/>
            <a:rect r="r" b="b" t="t" l="l"/>
            <a:pathLst>
              <a:path h="1172560" w="1304656">
                <a:moveTo>
                  <a:pt x="1304656" y="0"/>
                </a:moveTo>
                <a:lnTo>
                  <a:pt x="0" y="0"/>
                </a:lnTo>
                <a:lnTo>
                  <a:pt x="0" y="1172560"/>
                </a:lnTo>
                <a:lnTo>
                  <a:pt x="1304656" y="1172560"/>
                </a:lnTo>
                <a:lnTo>
                  <a:pt x="130465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358601">
            <a:off x="3455316" y="928442"/>
            <a:ext cx="1129554" cy="770920"/>
          </a:xfrm>
          <a:custGeom>
            <a:avLst/>
            <a:gdLst/>
            <a:ahLst/>
            <a:cxnLst/>
            <a:rect r="r" b="b" t="t" l="l"/>
            <a:pathLst>
              <a:path h="770920" w="1129554">
                <a:moveTo>
                  <a:pt x="0" y="0"/>
                </a:moveTo>
                <a:lnTo>
                  <a:pt x="1129554" y="0"/>
                </a:lnTo>
                <a:lnTo>
                  <a:pt x="1129554" y="770920"/>
                </a:lnTo>
                <a:lnTo>
                  <a:pt x="0" y="770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114146">
            <a:off x="1511073" y="8169504"/>
            <a:ext cx="1591598" cy="344364"/>
          </a:xfrm>
          <a:custGeom>
            <a:avLst/>
            <a:gdLst/>
            <a:ahLst/>
            <a:cxnLst/>
            <a:rect r="r" b="b" t="t" l="l"/>
            <a:pathLst>
              <a:path h="344364" w="1591598">
                <a:moveTo>
                  <a:pt x="0" y="0"/>
                </a:moveTo>
                <a:lnTo>
                  <a:pt x="1591599" y="0"/>
                </a:lnTo>
                <a:lnTo>
                  <a:pt x="1591599" y="344364"/>
                </a:lnTo>
                <a:lnTo>
                  <a:pt x="0" y="3443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4052" y="3262499"/>
            <a:ext cx="509297" cy="730175"/>
          </a:xfrm>
          <a:custGeom>
            <a:avLst/>
            <a:gdLst/>
            <a:ahLst/>
            <a:cxnLst/>
            <a:rect r="r" b="b" t="t" l="l"/>
            <a:pathLst>
              <a:path h="730175" w="509297">
                <a:moveTo>
                  <a:pt x="0" y="0"/>
                </a:moveTo>
                <a:lnTo>
                  <a:pt x="509296" y="0"/>
                </a:lnTo>
                <a:lnTo>
                  <a:pt x="509296" y="730174"/>
                </a:lnTo>
                <a:lnTo>
                  <a:pt x="0" y="7301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31720">
            <a:off x="16031226" y="1317806"/>
            <a:ext cx="509297" cy="730175"/>
          </a:xfrm>
          <a:custGeom>
            <a:avLst/>
            <a:gdLst/>
            <a:ahLst/>
            <a:cxnLst/>
            <a:rect r="r" b="b" t="t" l="l"/>
            <a:pathLst>
              <a:path h="730175" w="509297">
                <a:moveTo>
                  <a:pt x="0" y="0"/>
                </a:moveTo>
                <a:lnTo>
                  <a:pt x="509297" y="0"/>
                </a:lnTo>
                <a:lnTo>
                  <a:pt x="509297" y="730175"/>
                </a:lnTo>
                <a:lnTo>
                  <a:pt x="0" y="730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4760" y="1909499"/>
            <a:ext cx="14559928" cy="427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6"/>
              </a:lnSpc>
            </a:pPr>
            <a:r>
              <a:rPr lang="en-US" b="true" sz="10178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Thiết kế &amp; Xây dựng Game Rắ</a:t>
            </a:r>
            <a:r>
              <a:rPr lang="en-US" b="true" sz="10178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n săn mồi (Snake Game)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5A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7880" y="1044414"/>
            <a:ext cx="15972240" cy="8198172"/>
            <a:chOff x="0" y="0"/>
            <a:chExt cx="4568088" cy="2344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8088" cy="2344692"/>
            </a:xfrm>
            <a:custGeom>
              <a:avLst/>
              <a:gdLst/>
              <a:ahLst/>
              <a:cxnLst/>
              <a:rect r="r" b="b" t="t" l="l"/>
              <a:pathLst>
                <a:path h="2344692" w="4568088">
                  <a:moveTo>
                    <a:pt x="0" y="0"/>
                  </a:moveTo>
                  <a:lnTo>
                    <a:pt x="4568088" y="0"/>
                  </a:lnTo>
                  <a:lnTo>
                    <a:pt x="4568088" y="2344692"/>
                  </a:lnTo>
                  <a:lnTo>
                    <a:pt x="0" y="23446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568088" cy="2363742"/>
            </a:xfrm>
            <a:prstGeom prst="rect">
              <a:avLst/>
            </a:prstGeom>
          </p:spPr>
          <p:txBody>
            <a:bodyPr anchor="ctr" rtlCol="false" tIns="46781" lIns="46781" bIns="46781" rIns="46781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7880" y="1044414"/>
            <a:ext cx="4143804" cy="8198172"/>
          </a:xfrm>
          <a:custGeom>
            <a:avLst/>
            <a:gdLst/>
            <a:ahLst/>
            <a:cxnLst/>
            <a:rect r="r" b="b" t="t" l="l"/>
            <a:pathLst>
              <a:path h="8198172" w="4143804">
                <a:moveTo>
                  <a:pt x="0" y="0"/>
                </a:moveTo>
                <a:lnTo>
                  <a:pt x="4143804" y="0"/>
                </a:lnTo>
                <a:lnTo>
                  <a:pt x="4143804" y="8198172"/>
                </a:lnTo>
                <a:lnTo>
                  <a:pt x="0" y="8198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38559" y="1044414"/>
            <a:ext cx="4143804" cy="8198172"/>
          </a:xfrm>
          <a:custGeom>
            <a:avLst/>
            <a:gdLst/>
            <a:ahLst/>
            <a:cxnLst/>
            <a:rect r="r" b="b" t="t" l="l"/>
            <a:pathLst>
              <a:path h="8198172" w="4143804">
                <a:moveTo>
                  <a:pt x="0" y="0"/>
                </a:moveTo>
                <a:lnTo>
                  <a:pt x="4143804" y="0"/>
                </a:lnTo>
                <a:lnTo>
                  <a:pt x="4143804" y="8198172"/>
                </a:lnTo>
                <a:lnTo>
                  <a:pt x="0" y="8198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09732" y="1044414"/>
            <a:ext cx="4020388" cy="8198172"/>
          </a:xfrm>
          <a:custGeom>
            <a:avLst/>
            <a:gdLst/>
            <a:ahLst/>
            <a:cxnLst/>
            <a:rect r="r" b="b" t="t" l="l"/>
            <a:pathLst>
              <a:path h="8198172" w="4020388">
                <a:moveTo>
                  <a:pt x="0" y="0"/>
                </a:moveTo>
                <a:lnTo>
                  <a:pt x="4020388" y="0"/>
                </a:lnTo>
                <a:lnTo>
                  <a:pt x="4020388" y="8198172"/>
                </a:lnTo>
                <a:lnTo>
                  <a:pt x="0" y="8198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069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29053" y="1044414"/>
            <a:ext cx="3946147" cy="8198172"/>
          </a:xfrm>
          <a:custGeom>
            <a:avLst/>
            <a:gdLst/>
            <a:ahLst/>
            <a:cxnLst/>
            <a:rect r="r" b="b" t="t" l="l"/>
            <a:pathLst>
              <a:path h="8198172" w="3946147">
                <a:moveTo>
                  <a:pt x="0" y="0"/>
                </a:moveTo>
                <a:lnTo>
                  <a:pt x="3946147" y="0"/>
                </a:lnTo>
                <a:lnTo>
                  <a:pt x="3946147" y="8198172"/>
                </a:lnTo>
                <a:lnTo>
                  <a:pt x="0" y="8198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27" t="0" r="-1881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5716805" y="4241189"/>
            <a:ext cx="1846705" cy="2658869"/>
          </a:xfrm>
          <a:custGeom>
            <a:avLst/>
            <a:gdLst/>
            <a:ahLst/>
            <a:cxnLst/>
            <a:rect r="r" b="b" t="t" l="l"/>
            <a:pathLst>
              <a:path h="2658869" w="1846705">
                <a:moveTo>
                  <a:pt x="1846706" y="0"/>
                </a:moveTo>
                <a:lnTo>
                  <a:pt x="0" y="0"/>
                </a:lnTo>
                <a:lnTo>
                  <a:pt x="0" y="2658869"/>
                </a:lnTo>
                <a:lnTo>
                  <a:pt x="1846706" y="2658869"/>
                </a:lnTo>
                <a:lnTo>
                  <a:pt x="18467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8193" y="1829445"/>
            <a:ext cx="4570755" cy="6104515"/>
          </a:xfrm>
          <a:custGeom>
            <a:avLst/>
            <a:gdLst/>
            <a:ahLst/>
            <a:cxnLst/>
            <a:rect r="r" b="b" t="t" l="l"/>
            <a:pathLst>
              <a:path h="6104515" w="4570755">
                <a:moveTo>
                  <a:pt x="0" y="0"/>
                </a:moveTo>
                <a:lnTo>
                  <a:pt x="4570756" y="0"/>
                </a:lnTo>
                <a:lnTo>
                  <a:pt x="4570756" y="6104515"/>
                </a:lnTo>
                <a:lnTo>
                  <a:pt x="0" y="6104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29782" y="6031700"/>
            <a:ext cx="2968472" cy="3226600"/>
          </a:xfrm>
          <a:custGeom>
            <a:avLst/>
            <a:gdLst/>
            <a:ahLst/>
            <a:cxnLst/>
            <a:rect r="r" b="b" t="t" l="l"/>
            <a:pathLst>
              <a:path h="3226600" w="2968472">
                <a:moveTo>
                  <a:pt x="0" y="0"/>
                </a:moveTo>
                <a:lnTo>
                  <a:pt x="2968472" y="0"/>
                </a:lnTo>
                <a:lnTo>
                  <a:pt x="2968472" y="3226600"/>
                </a:lnTo>
                <a:lnTo>
                  <a:pt x="0" y="3226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157880" y="6586593"/>
            <a:ext cx="3748252" cy="2638162"/>
          </a:xfrm>
          <a:custGeom>
            <a:avLst/>
            <a:gdLst/>
            <a:ahLst/>
            <a:cxnLst/>
            <a:rect r="r" b="b" t="t" l="l"/>
            <a:pathLst>
              <a:path h="2638162" w="3748252">
                <a:moveTo>
                  <a:pt x="3748252" y="0"/>
                </a:moveTo>
                <a:lnTo>
                  <a:pt x="0" y="0"/>
                </a:lnTo>
                <a:lnTo>
                  <a:pt x="0" y="2638162"/>
                </a:lnTo>
                <a:lnTo>
                  <a:pt x="3748252" y="2638162"/>
                </a:lnTo>
                <a:lnTo>
                  <a:pt x="374825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19927" b="-1772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7880" y="1044414"/>
            <a:ext cx="2904652" cy="2747480"/>
          </a:xfrm>
          <a:custGeom>
            <a:avLst/>
            <a:gdLst/>
            <a:ahLst/>
            <a:cxnLst/>
            <a:rect r="r" b="b" t="t" l="l"/>
            <a:pathLst>
              <a:path h="2747480" w="2904652">
                <a:moveTo>
                  <a:pt x="0" y="0"/>
                </a:moveTo>
                <a:lnTo>
                  <a:pt x="2904652" y="0"/>
                </a:lnTo>
                <a:lnTo>
                  <a:pt x="2904652" y="2747480"/>
                </a:lnTo>
                <a:lnTo>
                  <a:pt x="0" y="27474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4408" t="-12156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42433" y="5614277"/>
            <a:ext cx="4495172" cy="3105755"/>
          </a:xfrm>
          <a:custGeom>
            <a:avLst/>
            <a:gdLst/>
            <a:ahLst/>
            <a:cxnLst/>
            <a:rect r="r" b="b" t="t" l="l"/>
            <a:pathLst>
              <a:path h="3105755" w="4495172">
                <a:moveTo>
                  <a:pt x="0" y="0"/>
                </a:moveTo>
                <a:lnTo>
                  <a:pt x="4495172" y="0"/>
                </a:lnTo>
                <a:lnTo>
                  <a:pt x="4495172" y="3105755"/>
                </a:lnTo>
                <a:lnTo>
                  <a:pt x="0" y="31057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9175200" y="3084574"/>
            <a:ext cx="4570755" cy="6104515"/>
          </a:xfrm>
          <a:custGeom>
            <a:avLst/>
            <a:gdLst/>
            <a:ahLst/>
            <a:cxnLst/>
            <a:rect r="r" b="b" t="t" l="l"/>
            <a:pathLst>
              <a:path h="6104515" w="4570755">
                <a:moveTo>
                  <a:pt x="4570755" y="0"/>
                </a:moveTo>
                <a:lnTo>
                  <a:pt x="0" y="0"/>
                </a:lnTo>
                <a:lnTo>
                  <a:pt x="0" y="6104514"/>
                </a:lnTo>
                <a:lnTo>
                  <a:pt x="4570755" y="6104514"/>
                </a:lnTo>
                <a:lnTo>
                  <a:pt x="457075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790489" y="7184616"/>
            <a:ext cx="5521342" cy="2040139"/>
          </a:xfrm>
          <a:custGeom>
            <a:avLst/>
            <a:gdLst/>
            <a:ahLst/>
            <a:cxnLst/>
            <a:rect r="r" b="b" t="t" l="l"/>
            <a:pathLst>
              <a:path h="2040139" w="5521342">
                <a:moveTo>
                  <a:pt x="0" y="0"/>
                </a:moveTo>
                <a:lnTo>
                  <a:pt x="5521343" y="0"/>
                </a:lnTo>
                <a:lnTo>
                  <a:pt x="5521343" y="2040139"/>
                </a:lnTo>
                <a:lnTo>
                  <a:pt x="0" y="2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-17515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0541227" y="1044414"/>
            <a:ext cx="6578959" cy="4257968"/>
          </a:xfrm>
          <a:custGeom>
            <a:avLst/>
            <a:gdLst/>
            <a:ahLst/>
            <a:cxnLst/>
            <a:rect r="r" b="b" t="t" l="l"/>
            <a:pathLst>
              <a:path h="4257968" w="6578959">
                <a:moveTo>
                  <a:pt x="6578959" y="0"/>
                </a:moveTo>
                <a:lnTo>
                  <a:pt x="0" y="0"/>
                </a:lnTo>
                <a:lnTo>
                  <a:pt x="0" y="4257967"/>
                </a:lnTo>
                <a:lnTo>
                  <a:pt x="6578959" y="4257967"/>
                </a:lnTo>
                <a:lnTo>
                  <a:pt x="6578959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20617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025338" y="5120040"/>
            <a:ext cx="3104782" cy="2611661"/>
          </a:xfrm>
          <a:custGeom>
            <a:avLst/>
            <a:gdLst/>
            <a:ahLst/>
            <a:cxnLst/>
            <a:rect r="r" b="b" t="t" l="l"/>
            <a:pathLst>
              <a:path h="2611661" w="3104782">
                <a:moveTo>
                  <a:pt x="0" y="0"/>
                </a:moveTo>
                <a:lnTo>
                  <a:pt x="3104782" y="0"/>
                </a:lnTo>
                <a:lnTo>
                  <a:pt x="3104782" y="2611661"/>
                </a:lnTo>
                <a:lnTo>
                  <a:pt x="0" y="261166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-8072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368668" y="4728123"/>
            <a:ext cx="1751518" cy="3859643"/>
          </a:xfrm>
          <a:custGeom>
            <a:avLst/>
            <a:gdLst/>
            <a:ahLst/>
            <a:cxnLst/>
            <a:rect r="r" b="b" t="t" l="l"/>
            <a:pathLst>
              <a:path h="3859643" w="1751518">
                <a:moveTo>
                  <a:pt x="0" y="0"/>
                </a:moveTo>
                <a:lnTo>
                  <a:pt x="1751518" y="0"/>
                </a:lnTo>
                <a:lnTo>
                  <a:pt x="1751518" y="3859643"/>
                </a:lnTo>
                <a:lnTo>
                  <a:pt x="0" y="385964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-118978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2855577">
            <a:off x="7756447" y="3145288"/>
            <a:ext cx="1464525" cy="1108100"/>
          </a:xfrm>
          <a:custGeom>
            <a:avLst/>
            <a:gdLst/>
            <a:ahLst/>
            <a:cxnLst/>
            <a:rect r="r" b="b" t="t" l="l"/>
            <a:pathLst>
              <a:path h="1108100" w="1464525">
                <a:moveTo>
                  <a:pt x="0" y="0"/>
                </a:moveTo>
                <a:lnTo>
                  <a:pt x="1464525" y="0"/>
                </a:lnTo>
                <a:lnTo>
                  <a:pt x="1464525" y="1108101"/>
                </a:lnTo>
                <a:lnTo>
                  <a:pt x="0" y="110810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4177217" y="424205"/>
            <a:ext cx="10428840" cy="1208991"/>
            <a:chOff x="0" y="0"/>
            <a:chExt cx="2746690" cy="3184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46690" cy="318417"/>
            </a:xfrm>
            <a:custGeom>
              <a:avLst/>
              <a:gdLst/>
              <a:ahLst/>
              <a:cxnLst/>
              <a:rect r="r" b="b" t="t" l="l"/>
              <a:pathLst>
                <a:path h="318417" w="2746690">
                  <a:moveTo>
                    <a:pt x="0" y="0"/>
                  </a:moveTo>
                  <a:lnTo>
                    <a:pt x="2746690" y="0"/>
                  </a:lnTo>
                  <a:lnTo>
                    <a:pt x="2746690" y="318417"/>
                  </a:lnTo>
                  <a:lnTo>
                    <a:pt x="0" y="318417"/>
                  </a:lnTo>
                  <a:close/>
                </a:path>
              </a:pathLst>
            </a:custGeom>
            <a:solidFill>
              <a:srgbClr val="FFFBF1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47625"/>
              <a:ext cx="2746690" cy="270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55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000001"/>
                  </a:solidFill>
                  <a:latin typeface="Faustina Bold"/>
                  <a:ea typeface="Faustina Bold"/>
                  <a:cs typeface="Faustina Bold"/>
                  <a:sym typeface="Faustina Bold"/>
                </a:rPr>
                <a:t>Lý d</a:t>
              </a:r>
              <a:r>
                <a:rPr lang="en-US" b="true" sz="5000">
                  <a:solidFill>
                    <a:srgbClr val="000001"/>
                  </a:solidFill>
                  <a:latin typeface="Faustina Bold"/>
                  <a:ea typeface="Faustina Bold"/>
                  <a:cs typeface="Faustina Bold"/>
                  <a:sym typeface="Faustina Bold"/>
                </a:rPr>
                <a:t>o chọn đề tài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-163120">
            <a:off x="2100733" y="3053093"/>
            <a:ext cx="4152968" cy="3350060"/>
            <a:chOff x="0" y="0"/>
            <a:chExt cx="1093786" cy="882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3786" cy="882320"/>
            </a:xfrm>
            <a:custGeom>
              <a:avLst/>
              <a:gdLst/>
              <a:ahLst/>
              <a:cxnLst/>
              <a:rect r="r" b="b" t="t" l="l"/>
              <a:pathLst>
                <a:path h="882320" w="1093786">
                  <a:moveTo>
                    <a:pt x="0" y="0"/>
                  </a:moveTo>
                  <a:lnTo>
                    <a:pt x="1093786" y="0"/>
                  </a:lnTo>
                  <a:lnTo>
                    <a:pt x="1093786" y="882320"/>
                  </a:lnTo>
                  <a:lnTo>
                    <a:pt x="0" y="882320"/>
                  </a:lnTo>
                  <a:close/>
                </a:path>
              </a:pathLst>
            </a:custGeom>
            <a:solidFill>
              <a:srgbClr val="FFFBF1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093786" cy="882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Ga</a:t>
              </a: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me Mobile đang chiếm thị phần lớn (hơn 50% doanh thu ngành game).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2911644">
            <a:off x="16855410" y="8116256"/>
            <a:ext cx="1107357" cy="362408"/>
          </a:xfrm>
          <a:custGeom>
            <a:avLst/>
            <a:gdLst/>
            <a:ahLst/>
            <a:cxnLst/>
            <a:rect r="r" b="b" t="t" l="l"/>
            <a:pathLst>
              <a:path h="362408" w="1107357">
                <a:moveTo>
                  <a:pt x="0" y="0"/>
                </a:moveTo>
                <a:lnTo>
                  <a:pt x="1107356" y="0"/>
                </a:lnTo>
                <a:lnTo>
                  <a:pt x="1107356" y="362407"/>
                </a:lnTo>
                <a:lnTo>
                  <a:pt x="0" y="36240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3090197">
            <a:off x="13968639" y="9414671"/>
            <a:ext cx="1017655" cy="346003"/>
          </a:xfrm>
          <a:custGeom>
            <a:avLst/>
            <a:gdLst/>
            <a:ahLst/>
            <a:cxnLst/>
            <a:rect r="r" b="b" t="t" l="l"/>
            <a:pathLst>
              <a:path h="346003" w="1017655">
                <a:moveTo>
                  <a:pt x="0" y="0"/>
                </a:moveTo>
                <a:lnTo>
                  <a:pt x="1017655" y="0"/>
                </a:lnTo>
                <a:lnTo>
                  <a:pt x="1017655" y="346003"/>
                </a:lnTo>
                <a:lnTo>
                  <a:pt x="0" y="34600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160114" y="1656389"/>
            <a:ext cx="2417107" cy="2368765"/>
          </a:xfrm>
          <a:custGeom>
            <a:avLst/>
            <a:gdLst/>
            <a:ahLst/>
            <a:cxnLst/>
            <a:rect r="r" b="b" t="t" l="l"/>
            <a:pathLst>
              <a:path h="2368765" w="2417107">
                <a:moveTo>
                  <a:pt x="0" y="0"/>
                </a:moveTo>
                <a:lnTo>
                  <a:pt x="2417107" y="0"/>
                </a:lnTo>
                <a:lnTo>
                  <a:pt x="2417107" y="2368765"/>
                </a:lnTo>
                <a:lnTo>
                  <a:pt x="0" y="236876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816472" y="7165942"/>
            <a:ext cx="1567594" cy="1131518"/>
          </a:xfrm>
          <a:custGeom>
            <a:avLst/>
            <a:gdLst/>
            <a:ahLst/>
            <a:cxnLst/>
            <a:rect r="r" b="b" t="t" l="l"/>
            <a:pathLst>
              <a:path h="1131518" w="1567594">
                <a:moveTo>
                  <a:pt x="0" y="0"/>
                </a:moveTo>
                <a:lnTo>
                  <a:pt x="1567594" y="0"/>
                </a:lnTo>
                <a:lnTo>
                  <a:pt x="1567594" y="1131518"/>
                </a:lnTo>
                <a:lnTo>
                  <a:pt x="0" y="1131518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-80841">
            <a:off x="7118664" y="3469651"/>
            <a:ext cx="3961531" cy="2620967"/>
            <a:chOff x="0" y="0"/>
            <a:chExt cx="1043366" cy="6902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3366" cy="690296"/>
            </a:xfrm>
            <a:custGeom>
              <a:avLst/>
              <a:gdLst/>
              <a:ahLst/>
              <a:cxnLst/>
              <a:rect r="r" b="b" t="t" l="l"/>
              <a:pathLst>
                <a:path h="690296" w="1043366">
                  <a:moveTo>
                    <a:pt x="0" y="0"/>
                  </a:moveTo>
                  <a:lnTo>
                    <a:pt x="1043366" y="0"/>
                  </a:lnTo>
                  <a:lnTo>
                    <a:pt x="1043366" y="690296"/>
                  </a:lnTo>
                  <a:lnTo>
                    <a:pt x="0" y="690296"/>
                  </a:lnTo>
                  <a:close/>
                </a:path>
              </a:pathLst>
            </a:custGeom>
            <a:solidFill>
              <a:srgbClr val="FFFBF1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043366" cy="690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Snake Ga</a:t>
              </a: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me là trò chơi kinh điển, mang tính hoài niệm cao.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509815">
            <a:off x="12505735" y="3173542"/>
            <a:ext cx="3451301" cy="3284700"/>
            <a:chOff x="0" y="0"/>
            <a:chExt cx="908985" cy="86510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08985" cy="865106"/>
            </a:xfrm>
            <a:custGeom>
              <a:avLst/>
              <a:gdLst/>
              <a:ahLst/>
              <a:cxnLst/>
              <a:rect r="r" b="b" t="t" l="l"/>
              <a:pathLst>
                <a:path h="865106" w="908985">
                  <a:moveTo>
                    <a:pt x="0" y="0"/>
                  </a:moveTo>
                  <a:lnTo>
                    <a:pt x="908985" y="0"/>
                  </a:lnTo>
                  <a:lnTo>
                    <a:pt x="908985" y="865106"/>
                  </a:lnTo>
                  <a:lnTo>
                    <a:pt x="0" y="865106"/>
                  </a:lnTo>
                  <a:close/>
                </a:path>
              </a:pathLst>
            </a:custGeom>
            <a:solidFill>
              <a:srgbClr val="FFFBF1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908985" cy="865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Mong </a:t>
              </a: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muốn áp dụng kiến thức lập trình Android (Java, Canvas, SurfaceView) vào thực tế.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5A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7880" y="1044414"/>
            <a:ext cx="15972240" cy="8198172"/>
            <a:chOff x="0" y="0"/>
            <a:chExt cx="4568088" cy="2344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8088" cy="2344692"/>
            </a:xfrm>
            <a:custGeom>
              <a:avLst/>
              <a:gdLst/>
              <a:ahLst/>
              <a:cxnLst/>
              <a:rect r="r" b="b" t="t" l="l"/>
              <a:pathLst>
                <a:path h="2344692" w="4568088">
                  <a:moveTo>
                    <a:pt x="0" y="0"/>
                  </a:moveTo>
                  <a:lnTo>
                    <a:pt x="4568088" y="0"/>
                  </a:lnTo>
                  <a:lnTo>
                    <a:pt x="4568088" y="2344692"/>
                  </a:lnTo>
                  <a:lnTo>
                    <a:pt x="0" y="23446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568088" cy="2363742"/>
            </a:xfrm>
            <a:prstGeom prst="rect">
              <a:avLst/>
            </a:prstGeom>
          </p:spPr>
          <p:txBody>
            <a:bodyPr anchor="ctr" rtlCol="false" tIns="46781" lIns="46781" bIns="46781" rIns="46781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7880" y="1044414"/>
            <a:ext cx="4143804" cy="8198172"/>
          </a:xfrm>
          <a:custGeom>
            <a:avLst/>
            <a:gdLst/>
            <a:ahLst/>
            <a:cxnLst/>
            <a:rect r="r" b="b" t="t" l="l"/>
            <a:pathLst>
              <a:path h="8198172" w="4143804">
                <a:moveTo>
                  <a:pt x="0" y="0"/>
                </a:moveTo>
                <a:lnTo>
                  <a:pt x="4143804" y="0"/>
                </a:lnTo>
                <a:lnTo>
                  <a:pt x="4143804" y="8198172"/>
                </a:lnTo>
                <a:lnTo>
                  <a:pt x="0" y="8198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38559" y="1044414"/>
            <a:ext cx="4143804" cy="8198172"/>
          </a:xfrm>
          <a:custGeom>
            <a:avLst/>
            <a:gdLst/>
            <a:ahLst/>
            <a:cxnLst/>
            <a:rect r="r" b="b" t="t" l="l"/>
            <a:pathLst>
              <a:path h="8198172" w="4143804">
                <a:moveTo>
                  <a:pt x="0" y="0"/>
                </a:moveTo>
                <a:lnTo>
                  <a:pt x="4143804" y="0"/>
                </a:lnTo>
                <a:lnTo>
                  <a:pt x="4143804" y="8198172"/>
                </a:lnTo>
                <a:lnTo>
                  <a:pt x="0" y="8198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09732" y="1044414"/>
            <a:ext cx="4020388" cy="8198172"/>
          </a:xfrm>
          <a:custGeom>
            <a:avLst/>
            <a:gdLst/>
            <a:ahLst/>
            <a:cxnLst/>
            <a:rect r="r" b="b" t="t" l="l"/>
            <a:pathLst>
              <a:path h="8198172" w="4020388">
                <a:moveTo>
                  <a:pt x="0" y="0"/>
                </a:moveTo>
                <a:lnTo>
                  <a:pt x="4020388" y="0"/>
                </a:lnTo>
                <a:lnTo>
                  <a:pt x="4020388" y="8198172"/>
                </a:lnTo>
                <a:lnTo>
                  <a:pt x="0" y="8198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069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29053" y="1044414"/>
            <a:ext cx="3946147" cy="8198172"/>
          </a:xfrm>
          <a:custGeom>
            <a:avLst/>
            <a:gdLst/>
            <a:ahLst/>
            <a:cxnLst/>
            <a:rect r="r" b="b" t="t" l="l"/>
            <a:pathLst>
              <a:path h="8198172" w="3946147">
                <a:moveTo>
                  <a:pt x="0" y="0"/>
                </a:moveTo>
                <a:lnTo>
                  <a:pt x="3946147" y="0"/>
                </a:lnTo>
                <a:lnTo>
                  <a:pt x="3946147" y="8198172"/>
                </a:lnTo>
                <a:lnTo>
                  <a:pt x="0" y="8198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27" t="0" r="-1881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5716805" y="4241189"/>
            <a:ext cx="1846705" cy="2658869"/>
          </a:xfrm>
          <a:custGeom>
            <a:avLst/>
            <a:gdLst/>
            <a:ahLst/>
            <a:cxnLst/>
            <a:rect r="r" b="b" t="t" l="l"/>
            <a:pathLst>
              <a:path h="2658869" w="1846705">
                <a:moveTo>
                  <a:pt x="1846706" y="0"/>
                </a:moveTo>
                <a:lnTo>
                  <a:pt x="0" y="0"/>
                </a:lnTo>
                <a:lnTo>
                  <a:pt x="0" y="2658869"/>
                </a:lnTo>
                <a:lnTo>
                  <a:pt x="1846706" y="2658869"/>
                </a:lnTo>
                <a:lnTo>
                  <a:pt x="18467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8193" y="1829445"/>
            <a:ext cx="4570755" cy="6104515"/>
          </a:xfrm>
          <a:custGeom>
            <a:avLst/>
            <a:gdLst/>
            <a:ahLst/>
            <a:cxnLst/>
            <a:rect r="r" b="b" t="t" l="l"/>
            <a:pathLst>
              <a:path h="6104515" w="4570755">
                <a:moveTo>
                  <a:pt x="0" y="0"/>
                </a:moveTo>
                <a:lnTo>
                  <a:pt x="4570756" y="0"/>
                </a:lnTo>
                <a:lnTo>
                  <a:pt x="4570756" y="6104515"/>
                </a:lnTo>
                <a:lnTo>
                  <a:pt x="0" y="6104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7880" y="1044414"/>
            <a:ext cx="2904652" cy="2747480"/>
          </a:xfrm>
          <a:custGeom>
            <a:avLst/>
            <a:gdLst/>
            <a:ahLst/>
            <a:cxnLst/>
            <a:rect r="r" b="b" t="t" l="l"/>
            <a:pathLst>
              <a:path h="2747480" w="2904652">
                <a:moveTo>
                  <a:pt x="0" y="0"/>
                </a:moveTo>
                <a:lnTo>
                  <a:pt x="2904652" y="0"/>
                </a:lnTo>
                <a:lnTo>
                  <a:pt x="2904652" y="2747480"/>
                </a:lnTo>
                <a:lnTo>
                  <a:pt x="0" y="27474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408" t="-12156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42433" y="5614277"/>
            <a:ext cx="4495172" cy="3105755"/>
          </a:xfrm>
          <a:custGeom>
            <a:avLst/>
            <a:gdLst/>
            <a:ahLst/>
            <a:cxnLst/>
            <a:rect r="r" b="b" t="t" l="l"/>
            <a:pathLst>
              <a:path h="3105755" w="4495172">
                <a:moveTo>
                  <a:pt x="0" y="0"/>
                </a:moveTo>
                <a:lnTo>
                  <a:pt x="4495172" y="0"/>
                </a:lnTo>
                <a:lnTo>
                  <a:pt x="4495172" y="3105755"/>
                </a:lnTo>
                <a:lnTo>
                  <a:pt x="0" y="31057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9175200" y="3084574"/>
            <a:ext cx="4570755" cy="6104515"/>
          </a:xfrm>
          <a:custGeom>
            <a:avLst/>
            <a:gdLst/>
            <a:ahLst/>
            <a:cxnLst/>
            <a:rect r="r" b="b" t="t" l="l"/>
            <a:pathLst>
              <a:path h="6104515" w="4570755">
                <a:moveTo>
                  <a:pt x="4570755" y="0"/>
                </a:moveTo>
                <a:lnTo>
                  <a:pt x="0" y="0"/>
                </a:lnTo>
                <a:lnTo>
                  <a:pt x="0" y="6104514"/>
                </a:lnTo>
                <a:lnTo>
                  <a:pt x="4570755" y="6104514"/>
                </a:lnTo>
                <a:lnTo>
                  <a:pt x="457075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790489" y="7184616"/>
            <a:ext cx="5521342" cy="2040139"/>
          </a:xfrm>
          <a:custGeom>
            <a:avLst/>
            <a:gdLst/>
            <a:ahLst/>
            <a:cxnLst/>
            <a:rect r="r" b="b" t="t" l="l"/>
            <a:pathLst>
              <a:path h="2040139" w="5521342">
                <a:moveTo>
                  <a:pt x="0" y="0"/>
                </a:moveTo>
                <a:lnTo>
                  <a:pt x="5521343" y="0"/>
                </a:lnTo>
                <a:lnTo>
                  <a:pt x="5521343" y="2040139"/>
                </a:lnTo>
                <a:lnTo>
                  <a:pt x="0" y="20401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-17515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16472" y="7165942"/>
            <a:ext cx="1567594" cy="1131518"/>
          </a:xfrm>
          <a:custGeom>
            <a:avLst/>
            <a:gdLst/>
            <a:ahLst/>
            <a:cxnLst/>
            <a:rect r="r" b="b" t="t" l="l"/>
            <a:pathLst>
              <a:path h="1131518" w="1567594">
                <a:moveTo>
                  <a:pt x="0" y="0"/>
                </a:moveTo>
                <a:lnTo>
                  <a:pt x="1567594" y="0"/>
                </a:lnTo>
                <a:lnTo>
                  <a:pt x="1567594" y="1131518"/>
                </a:lnTo>
                <a:lnTo>
                  <a:pt x="0" y="11315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0541227" y="1044414"/>
            <a:ext cx="6578959" cy="4257968"/>
          </a:xfrm>
          <a:custGeom>
            <a:avLst/>
            <a:gdLst/>
            <a:ahLst/>
            <a:cxnLst/>
            <a:rect r="r" b="b" t="t" l="l"/>
            <a:pathLst>
              <a:path h="4257968" w="6578959">
                <a:moveTo>
                  <a:pt x="6578959" y="0"/>
                </a:moveTo>
                <a:lnTo>
                  <a:pt x="0" y="0"/>
                </a:lnTo>
                <a:lnTo>
                  <a:pt x="0" y="4257967"/>
                </a:lnTo>
                <a:lnTo>
                  <a:pt x="6578959" y="4257967"/>
                </a:lnTo>
                <a:lnTo>
                  <a:pt x="6578959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20617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025338" y="5120040"/>
            <a:ext cx="3104782" cy="2611661"/>
          </a:xfrm>
          <a:custGeom>
            <a:avLst/>
            <a:gdLst/>
            <a:ahLst/>
            <a:cxnLst/>
            <a:rect r="r" b="b" t="t" l="l"/>
            <a:pathLst>
              <a:path h="2611661" w="3104782">
                <a:moveTo>
                  <a:pt x="0" y="0"/>
                </a:moveTo>
                <a:lnTo>
                  <a:pt x="3104782" y="0"/>
                </a:lnTo>
                <a:lnTo>
                  <a:pt x="3104782" y="2611661"/>
                </a:lnTo>
                <a:lnTo>
                  <a:pt x="0" y="26116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-8072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160114" y="1656389"/>
            <a:ext cx="2417107" cy="2368765"/>
          </a:xfrm>
          <a:custGeom>
            <a:avLst/>
            <a:gdLst/>
            <a:ahLst/>
            <a:cxnLst/>
            <a:rect r="r" b="b" t="t" l="l"/>
            <a:pathLst>
              <a:path h="2368765" w="2417107">
                <a:moveTo>
                  <a:pt x="0" y="0"/>
                </a:moveTo>
                <a:lnTo>
                  <a:pt x="2417107" y="0"/>
                </a:lnTo>
                <a:lnTo>
                  <a:pt x="2417107" y="2368765"/>
                </a:lnTo>
                <a:lnTo>
                  <a:pt x="0" y="236876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368668" y="4728123"/>
            <a:ext cx="1751518" cy="3859643"/>
          </a:xfrm>
          <a:custGeom>
            <a:avLst/>
            <a:gdLst/>
            <a:ahLst/>
            <a:cxnLst/>
            <a:rect r="r" b="b" t="t" l="l"/>
            <a:pathLst>
              <a:path h="3859643" w="1751518">
                <a:moveTo>
                  <a:pt x="0" y="0"/>
                </a:moveTo>
                <a:lnTo>
                  <a:pt x="1751518" y="0"/>
                </a:lnTo>
                <a:lnTo>
                  <a:pt x="1751518" y="3859643"/>
                </a:lnTo>
                <a:lnTo>
                  <a:pt x="0" y="385964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-118978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2855577">
            <a:off x="7756447" y="3145288"/>
            <a:ext cx="1464525" cy="1108100"/>
          </a:xfrm>
          <a:custGeom>
            <a:avLst/>
            <a:gdLst/>
            <a:ahLst/>
            <a:cxnLst/>
            <a:rect r="r" b="b" t="t" l="l"/>
            <a:pathLst>
              <a:path h="1108100" w="1464525">
                <a:moveTo>
                  <a:pt x="0" y="0"/>
                </a:moveTo>
                <a:lnTo>
                  <a:pt x="1464525" y="0"/>
                </a:lnTo>
                <a:lnTo>
                  <a:pt x="1464525" y="1108101"/>
                </a:lnTo>
                <a:lnTo>
                  <a:pt x="0" y="110810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3090197">
            <a:off x="13968639" y="9414671"/>
            <a:ext cx="1017655" cy="346003"/>
          </a:xfrm>
          <a:custGeom>
            <a:avLst/>
            <a:gdLst/>
            <a:ahLst/>
            <a:cxnLst/>
            <a:rect r="r" b="b" t="t" l="l"/>
            <a:pathLst>
              <a:path h="346003" w="1017655">
                <a:moveTo>
                  <a:pt x="0" y="0"/>
                </a:moveTo>
                <a:lnTo>
                  <a:pt x="1017655" y="0"/>
                </a:lnTo>
                <a:lnTo>
                  <a:pt x="1017655" y="346003"/>
                </a:lnTo>
                <a:lnTo>
                  <a:pt x="0" y="34600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10732858">
            <a:off x="383995" y="1123665"/>
            <a:ext cx="243985" cy="305937"/>
          </a:xfrm>
          <a:custGeom>
            <a:avLst/>
            <a:gdLst/>
            <a:ahLst/>
            <a:cxnLst/>
            <a:rect r="r" b="b" t="t" l="l"/>
            <a:pathLst>
              <a:path h="305937" w="243985">
                <a:moveTo>
                  <a:pt x="0" y="0"/>
                </a:moveTo>
                <a:lnTo>
                  <a:pt x="243985" y="0"/>
                </a:lnTo>
                <a:lnTo>
                  <a:pt x="243985" y="305936"/>
                </a:lnTo>
                <a:lnTo>
                  <a:pt x="0" y="30593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198562" y="1018778"/>
            <a:ext cx="2236691" cy="223669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BF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98537" y="4025154"/>
            <a:ext cx="2236691" cy="223669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BF1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303999" y="3557593"/>
            <a:ext cx="1851566" cy="1851566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BF1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003812" y="4785500"/>
            <a:ext cx="1851566" cy="1851566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BF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674486" y="6805918"/>
            <a:ext cx="1851566" cy="1851566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BF1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839318" y="1182402"/>
            <a:ext cx="2236691" cy="223669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BF1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3229782" y="6031700"/>
            <a:ext cx="2968472" cy="3226600"/>
          </a:xfrm>
          <a:custGeom>
            <a:avLst/>
            <a:gdLst/>
            <a:ahLst/>
            <a:cxnLst/>
            <a:rect r="r" b="b" t="t" l="l"/>
            <a:pathLst>
              <a:path h="3226600" w="2968472">
                <a:moveTo>
                  <a:pt x="0" y="0"/>
                </a:moveTo>
                <a:lnTo>
                  <a:pt x="2968472" y="0"/>
                </a:lnTo>
                <a:lnTo>
                  <a:pt x="2968472" y="3226600"/>
                </a:lnTo>
                <a:lnTo>
                  <a:pt x="0" y="32266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true" flipV="false" rot="0">
            <a:off x="1157880" y="6586593"/>
            <a:ext cx="3748252" cy="2638162"/>
          </a:xfrm>
          <a:custGeom>
            <a:avLst/>
            <a:gdLst/>
            <a:ahLst/>
            <a:cxnLst/>
            <a:rect r="r" b="b" t="t" l="l"/>
            <a:pathLst>
              <a:path h="2638162" w="3748252">
                <a:moveTo>
                  <a:pt x="3748252" y="0"/>
                </a:moveTo>
                <a:lnTo>
                  <a:pt x="0" y="0"/>
                </a:lnTo>
                <a:lnTo>
                  <a:pt x="0" y="2638162"/>
                </a:lnTo>
                <a:lnTo>
                  <a:pt x="3748252" y="2638162"/>
                </a:lnTo>
                <a:lnTo>
                  <a:pt x="3748252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-19927" b="-17724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3873571" y="5711283"/>
            <a:ext cx="2236691" cy="2236691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BF1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3090197">
            <a:off x="14121039" y="9567071"/>
            <a:ext cx="1017655" cy="346003"/>
          </a:xfrm>
          <a:custGeom>
            <a:avLst/>
            <a:gdLst/>
            <a:ahLst/>
            <a:cxnLst/>
            <a:rect r="r" b="b" t="t" l="l"/>
            <a:pathLst>
              <a:path h="346003" w="1017655">
                <a:moveTo>
                  <a:pt x="0" y="0"/>
                </a:moveTo>
                <a:lnTo>
                  <a:pt x="1017655" y="0"/>
                </a:lnTo>
                <a:lnTo>
                  <a:pt x="1017655" y="346003"/>
                </a:lnTo>
                <a:lnTo>
                  <a:pt x="0" y="34600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4177217" y="424205"/>
            <a:ext cx="10428840" cy="1208991"/>
            <a:chOff x="0" y="0"/>
            <a:chExt cx="2746690" cy="31841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746690" cy="318417"/>
            </a:xfrm>
            <a:custGeom>
              <a:avLst/>
              <a:gdLst/>
              <a:ahLst/>
              <a:cxnLst/>
              <a:rect r="r" b="b" t="t" l="l"/>
              <a:pathLst>
                <a:path h="318417" w="2746690">
                  <a:moveTo>
                    <a:pt x="0" y="0"/>
                  </a:moveTo>
                  <a:lnTo>
                    <a:pt x="2746690" y="0"/>
                  </a:lnTo>
                  <a:lnTo>
                    <a:pt x="2746690" y="318417"/>
                  </a:lnTo>
                  <a:lnTo>
                    <a:pt x="0" y="318417"/>
                  </a:lnTo>
                  <a:close/>
                </a:path>
              </a:pathLst>
            </a:custGeom>
            <a:solidFill>
              <a:srgbClr val="FFFBF1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47625"/>
              <a:ext cx="2746690" cy="270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55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000001"/>
                  </a:solidFill>
                  <a:latin typeface="Faustina Bold"/>
                  <a:ea typeface="Faustina Bold"/>
                  <a:cs typeface="Faustina Bold"/>
                  <a:sym typeface="Faustina Bold"/>
                </a:rPr>
                <a:t>Các chức năng chính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992444" y="1983376"/>
            <a:ext cx="3141358" cy="2041778"/>
            <a:chOff x="0" y="0"/>
            <a:chExt cx="827354" cy="537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27354" cy="537752"/>
            </a:xfrm>
            <a:custGeom>
              <a:avLst/>
              <a:gdLst/>
              <a:ahLst/>
              <a:cxnLst/>
              <a:rect r="r" b="b" t="t" l="l"/>
              <a:pathLst>
                <a:path h="537752" w="827354">
                  <a:moveTo>
                    <a:pt x="0" y="0"/>
                  </a:moveTo>
                  <a:lnTo>
                    <a:pt x="827354" y="0"/>
                  </a:lnTo>
                  <a:lnTo>
                    <a:pt x="827354" y="537752"/>
                  </a:lnTo>
                  <a:lnTo>
                    <a:pt x="0" y="537752"/>
                  </a:lnTo>
                  <a:close/>
                </a:path>
              </a:pathLst>
            </a:custGeom>
            <a:solidFill>
              <a:srgbClr val="FFFBF1"/>
            </a:solidFill>
            <a:ln cap="sq">
              <a:noFill/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827354" cy="537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Điều</a:t>
              </a: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 khiển rắn (vuốt màn hình).</a:t>
              </a:r>
            </a:p>
            <a:p>
              <a:pPr algn="ctr">
                <a:lnSpc>
                  <a:spcPts val="35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3090197">
            <a:off x="13968639" y="9414671"/>
            <a:ext cx="1017655" cy="346003"/>
          </a:xfrm>
          <a:custGeom>
            <a:avLst/>
            <a:gdLst/>
            <a:ahLst/>
            <a:cxnLst/>
            <a:rect r="r" b="b" t="t" l="l"/>
            <a:pathLst>
              <a:path h="346003" w="1017655">
                <a:moveTo>
                  <a:pt x="0" y="0"/>
                </a:moveTo>
                <a:lnTo>
                  <a:pt x="1017655" y="0"/>
                </a:lnTo>
                <a:lnTo>
                  <a:pt x="1017655" y="346003"/>
                </a:lnTo>
                <a:lnTo>
                  <a:pt x="0" y="34600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2911644">
            <a:off x="16855410" y="8116256"/>
            <a:ext cx="1107357" cy="362408"/>
          </a:xfrm>
          <a:custGeom>
            <a:avLst/>
            <a:gdLst/>
            <a:ahLst/>
            <a:cxnLst/>
            <a:rect r="r" b="b" t="t" l="l"/>
            <a:pathLst>
              <a:path h="362408" w="1107357">
                <a:moveTo>
                  <a:pt x="0" y="0"/>
                </a:moveTo>
                <a:lnTo>
                  <a:pt x="1107356" y="0"/>
                </a:lnTo>
                <a:lnTo>
                  <a:pt x="1107356" y="362407"/>
                </a:lnTo>
                <a:lnTo>
                  <a:pt x="0" y="362407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6158949" y="1824370"/>
            <a:ext cx="3823124" cy="2500000"/>
            <a:chOff x="0" y="0"/>
            <a:chExt cx="1006913" cy="6584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06913" cy="658436"/>
            </a:xfrm>
            <a:custGeom>
              <a:avLst/>
              <a:gdLst/>
              <a:ahLst/>
              <a:cxnLst/>
              <a:rect r="r" b="b" t="t" l="l"/>
              <a:pathLst>
                <a:path h="658436" w="1006913">
                  <a:moveTo>
                    <a:pt x="0" y="0"/>
                  </a:moveTo>
                  <a:lnTo>
                    <a:pt x="1006913" y="0"/>
                  </a:lnTo>
                  <a:lnTo>
                    <a:pt x="1006913" y="658436"/>
                  </a:lnTo>
                  <a:lnTo>
                    <a:pt x="0" y="658436"/>
                  </a:lnTo>
                  <a:close/>
                </a:path>
              </a:pathLst>
            </a:custGeom>
            <a:solidFill>
              <a:srgbClr val="FFFBF1"/>
            </a:solidFill>
            <a:ln cap="sq">
              <a:noFill/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006913" cy="65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Tùy chọn độ</a:t>
              </a: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 khó: Easy (xuyên tường) &amp; Hard (chết khi chạm tường).</a:t>
              </a:r>
            </a:p>
            <a:p>
              <a:pPr algn="ctr">
                <a:lnSpc>
                  <a:spcPts val="3599"/>
                </a:lnSpc>
                <a:spcBef>
                  <a:spcPct val="0"/>
                </a:spcBef>
              </a:pPr>
            </a:p>
            <a:p>
              <a:pPr algn="ctr">
                <a:lnSpc>
                  <a:spcPts val="35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454659" y="1824370"/>
            <a:ext cx="3621350" cy="2519725"/>
            <a:chOff x="0" y="0"/>
            <a:chExt cx="953771" cy="66363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3771" cy="663631"/>
            </a:xfrm>
            <a:custGeom>
              <a:avLst/>
              <a:gdLst/>
              <a:ahLst/>
              <a:cxnLst/>
              <a:rect r="r" b="b" t="t" l="l"/>
              <a:pathLst>
                <a:path h="663631" w="953771">
                  <a:moveTo>
                    <a:pt x="0" y="0"/>
                  </a:moveTo>
                  <a:lnTo>
                    <a:pt x="953771" y="0"/>
                  </a:lnTo>
                  <a:lnTo>
                    <a:pt x="953771" y="663631"/>
                  </a:lnTo>
                  <a:lnTo>
                    <a:pt x="0" y="663631"/>
                  </a:lnTo>
                  <a:close/>
                </a:path>
              </a:pathLst>
            </a:custGeom>
            <a:solidFill>
              <a:srgbClr val="FFFB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953771" cy="663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Tùy biến:</a:t>
              </a: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 Chọn màu rắn (Xanh dương, Xanh lá, Tím).</a:t>
              </a:r>
            </a:p>
            <a:p>
              <a:pPr algn="ctr">
                <a:lnSpc>
                  <a:spcPts val="3599"/>
                </a:lnSpc>
                <a:spcBef>
                  <a:spcPct val="0"/>
                </a:spcBef>
              </a:pPr>
            </a:p>
            <a:p>
              <a:pPr algn="ctr">
                <a:lnSpc>
                  <a:spcPts val="35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3596499" y="4515545"/>
            <a:ext cx="10428840" cy="1208991"/>
            <a:chOff x="0" y="0"/>
            <a:chExt cx="2746690" cy="31841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46690" cy="318417"/>
            </a:xfrm>
            <a:custGeom>
              <a:avLst/>
              <a:gdLst/>
              <a:ahLst/>
              <a:cxnLst/>
              <a:rect r="r" b="b" t="t" l="l"/>
              <a:pathLst>
                <a:path h="318417" w="2746690">
                  <a:moveTo>
                    <a:pt x="0" y="0"/>
                  </a:moveTo>
                  <a:lnTo>
                    <a:pt x="2746690" y="0"/>
                  </a:lnTo>
                  <a:lnTo>
                    <a:pt x="2746690" y="318417"/>
                  </a:lnTo>
                  <a:lnTo>
                    <a:pt x="0" y="318417"/>
                  </a:lnTo>
                  <a:close/>
                </a:path>
              </a:pathLst>
            </a:custGeom>
            <a:solidFill>
              <a:srgbClr val="FFFBF1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47625"/>
              <a:ext cx="2746690" cy="270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55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000001"/>
                  </a:solidFill>
                  <a:latin typeface="Faustina Bold"/>
                  <a:ea typeface="Faustina Bold"/>
                  <a:cs typeface="Faustina Bold"/>
                  <a:sym typeface="Faustina Bold"/>
                </a:rPr>
                <a:t>Chức năng hệ thống: 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144844" y="2135776"/>
            <a:ext cx="3141358" cy="2041778"/>
            <a:chOff x="0" y="0"/>
            <a:chExt cx="827354" cy="537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7354" cy="537752"/>
            </a:xfrm>
            <a:custGeom>
              <a:avLst/>
              <a:gdLst/>
              <a:ahLst/>
              <a:cxnLst/>
              <a:rect r="r" b="b" t="t" l="l"/>
              <a:pathLst>
                <a:path h="537752" w="827354">
                  <a:moveTo>
                    <a:pt x="0" y="0"/>
                  </a:moveTo>
                  <a:lnTo>
                    <a:pt x="827354" y="0"/>
                  </a:lnTo>
                  <a:lnTo>
                    <a:pt x="827354" y="537752"/>
                  </a:lnTo>
                  <a:lnTo>
                    <a:pt x="0" y="537752"/>
                  </a:lnTo>
                  <a:close/>
                </a:path>
              </a:pathLst>
            </a:custGeom>
            <a:solidFill>
              <a:srgbClr val="FFFB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827354" cy="537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Điều</a:t>
              </a: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 khiển rắn (vuốt màn hình).</a:t>
              </a:r>
            </a:p>
            <a:p>
              <a:pPr algn="ctr">
                <a:lnSpc>
                  <a:spcPts val="35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72659" y="6425870"/>
            <a:ext cx="3141358" cy="2041778"/>
            <a:chOff x="0" y="0"/>
            <a:chExt cx="827354" cy="537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27354" cy="537752"/>
            </a:xfrm>
            <a:custGeom>
              <a:avLst/>
              <a:gdLst/>
              <a:ahLst/>
              <a:cxnLst/>
              <a:rect r="r" b="b" t="t" l="l"/>
              <a:pathLst>
                <a:path h="537752" w="827354">
                  <a:moveTo>
                    <a:pt x="0" y="0"/>
                  </a:moveTo>
                  <a:lnTo>
                    <a:pt x="827354" y="0"/>
                  </a:lnTo>
                  <a:lnTo>
                    <a:pt x="827354" y="537752"/>
                  </a:lnTo>
                  <a:lnTo>
                    <a:pt x="0" y="537752"/>
                  </a:lnTo>
                  <a:close/>
                </a:path>
              </a:pathLst>
            </a:custGeom>
            <a:solidFill>
              <a:srgbClr val="FFFB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827354" cy="537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Game</a:t>
              </a: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 Loop &amp; Render (vẽ lại màn hình liên tục).</a:t>
              </a:r>
            </a:p>
            <a:p>
              <a:pPr algn="ctr">
                <a:lnSpc>
                  <a:spcPts val="35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645207" y="6305996"/>
            <a:ext cx="3141358" cy="2041778"/>
            <a:chOff x="0" y="0"/>
            <a:chExt cx="827354" cy="537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27354" cy="537752"/>
            </a:xfrm>
            <a:custGeom>
              <a:avLst/>
              <a:gdLst/>
              <a:ahLst/>
              <a:cxnLst/>
              <a:rect r="r" b="b" t="t" l="l"/>
              <a:pathLst>
                <a:path h="537752" w="827354">
                  <a:moveTo>
                    <a:pt x="0" y="0"/>
                  </a:moveTo>
                  <a:lnTo>
                    <a:pt x="827354" y="0"/>
                  </a:lnTo>
                  <a:lnTo>
                    <a:pt x="827354" y="537752"/>
                  </a:lnTo>
                  <a:lnTo>
                    <a:pt x="0" y="537752"/>
                  </a:lnTo>
                  <a:close/>
                </a:path>
              </a:pathLst>
            </a:custGeom>
            <a:solidFill>
              <a:srgbClr val="FFFBF1"/>
            </a:solidFill>
            <a:ln cap="sq">
              <a:noFill/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827354" cy="537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Hệ</a:t>
              </a: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 thống tăng tốc độ động theo điểm số.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594300" y="6261846"/>
            <a:ext cx="3515432" cy="2130079"/>
            <a:chOff x="0" y="0"/>
            <a:chExt cx="925875" cy="56100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25875" cy="561008"/>
            </a:xfrm>
            <a:custGeom>
              <a:avLst/>
              <a:gdLst/>
              <a:ahLst/>
              <a:cxnLst/>
              <a:rect r="r" b="b" t="t" l="l"/>
              <a:pathLst>
                <a:path h="561008" w="925875">
                  <a:moveTo>
                    <a:pt x="0" y="0"/>
                  </a:moveTo>
                  <a:lnTo>
                    <a:pt x="925875" y="0"/>
                  </a:lnTo>
                  <a:lnTo>
                    <a:pt x="925875" y="561008"/>
                  </a:lnTo>
                  <a:lnTo>
                    <a:pt x="0" y="561008"/>
                  </a:lnTo>
                  <a:close/>
                </a:path>
              </a:pathLst>
            </a:custGeom>
            <a:solidFill>
              <a:srgbClr val="FFFBF1"/>
            </a:solidFill>
            <a:ln cap="sq">
              <a:noFill/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925875" cy="56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Lưu trữ dữ liệu</a:t>
              </a: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 (Điểm cao, Cài đặt) bằng SharedPreferences.</a:t>
              </a:r>
            </a:p>
            <a:p>
              <a:pPr algn="ctr">
                <a:lnSpc>
                  <a:spcPts val="35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877312" y="6545988"/>
            <a:ext cx="3141358" cy="2041778"/>
            <a:chOff x="0" y="0"/>
            <a:chExt cx="827354" cy="537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27354" cy="537752"/>
            </a:xfrm>
            <a:custGeom>
              <a:avLst/>
              <a:gdLst/>
              <a:ahLst/>
              <a:cxnLst/>
              <a:rect r="r" b="b" t="t" l="l"/>
              <a:pathLst>
                <a:path h="537752" w="827354">
                  <a:moveTo>
                    <a:pt x="0" y="0"/>
                  </a:moveTo>
                  <a:lnTo>
                    <a:pt x="827354" y="0"/>
                  </a:lnTo>
                  <a:lnTo>
                    <a:pt x="827354" y="537752"/>
                  </a:lnTo>
                  <a:lnTo>
                    <a:pt x="0" y="537752"/>
                  </a:lnTo>
                  <a:close/>
                </a:path>
              </a:pathLst>
            </a:custGeom>
            <a:solidFill>
              <a:srgbClr val="FFFBF1"/>
            </a:solidFill>
            <a:ln cap="sq">
              <a:noFill/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827354" cy="537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Xử</a:t>
              </a:r>
              <a:r>
                <a:rPr lang="en-US" sz="29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 lý va chạm (Collision Detection).</a:t>
              </a:r>
            </a:p>
            <a:p>
              <a:pPr algn="ctr">
                <a:lnSpc>
                  <a:spcPts val="359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29244" y="-1458020"/>
            <a:ext cx="9238330" cy="12649574"/>
            <a:chOff x="0" y="0"/>
            <a:chExt cx="12317773" cy="16866099"/>
          </a:xfrm>
        </p:grpSpPr>
        <p:sp>
          <p:nvSpPr>
            <p:cNvPr name="Freeform 3" id="3"/>
            <p:cNvSpPr/>
            <p:nvPr/>
          </p:nvSpPr>
          <p:spPr>
            <a:xfrm flipH="true" flipV="false" rot="-153380">
              <a:off x="365230" y="160117"/>
              <a:ext cx="7549050" cy="16545864"/>
            </a:xfrm>
            <a:custGeom>
              <a:avLst/>
              <a:gdLst/>
              <a:ahLst/>
              <a:cxnLst/>
              <a:rect r="r" b="b" t="t" l="l"/>
              <a:pathLst>
                <a:path h="16545864" w="7549050">
                  <a:moveTo>
                    <a:pt x="7549051" y="0"/>
                  </a:moveTo>
                  <a:lnTo>
                    <a:pt x="0" y="0"/>
                  </a:lnTo>
                  <a:lnTo>
                    <a:pt x="0" y="16545864"/>
                  </a:lnTo>
                  <a:lnTo>
                    <a:pt x="7549051" y="16545864"/>
                  </a:lnTo>
                  <a:lnTo>
                    <a:pt x="7549051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4139756" y="1023925"/>
              <a:ext cx="8178018" cy="15227353"/>
              <a:chOff x="0" y="0"/>
              <a:chExt cx="1615411" cy="300787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615411" cy="3007872"/>
              </a:xfrm>
              <a:custGeom>
                <a:avLst/>
                <a:gdLst/>
                <a:ahLst/>
                <a:cxnLst/>
                <a:rect r="r" b="b" t="t" l="l"/>
                <a:pathLst>
                  <a:path h="3007872" w="1615411">
                    <a:moveTo>
                      <a:pt x="0" y="0"/>
                    </a:moveTo>
                    <a:lnTo>
                      <a:pt x="1615411" y="0"/>
                    </a:lnTo>
                    <a:lnTo>
                      <a:pt x="1615411" y="3007872"/>
                    </a:lnTo>
                    <a:lnTo>
                      <a:pt x="0" y="3007872"/>
                    </a:lnTo>
                    <a:close/>
                  </a:path>
                </a:pathLst>
              </a:custGeom>
              <a:solidFill>
                <a:srgbClr val="FFFBF1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19050"/>
                <a:ext cx="1615411" cy="30269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0"/>
                  </a:lnSpc>
                </a:pPr>
              </a:p>
            </p:txBody>
          </p:sp>
        </p:grpSp>
      </p:grpSp>
      <p:sp>
        <p:nvSpPr>
          <p:cNvPr name="Freeform 7" id="7"/>
          <p:cNvSpPr/>
          <p:nvPr/>
        </p:nvSpPr>
        <p:spPr>
          <a:xfrm flipH="false" flipV="false" rot="370303">
            <a:off x="12206809" y="1759826"/>
            <a:ext cx="5064300" cy="5461500"/>
          </a:xfrm>
          <a:custGeom>
            <a:avLst/>
            <a:gdLst/>
            <a:ahLst/>
            <a:cxnLst/>
            <a:rect r="r" b="b" t="t" l="l"/>
            <a:pathLst>
              <a:path h="5461500" w="5064300">
                <a:moveTo>
                  <a:pt x="0" y="0"/>
                </a:moveTo>
                <a:lnTo>
                  <a:pt x="5064300" y="0"/>
                </a:lnTo>
                <a:lnTo>
                  <a:pt x="5064300" y="5461500"/>
                </a:lnTo>
                <a:lnTo>
                  <a:pt x="0" y="546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4490576"/>
            <a:ext cx="4589440" cy="1777213"/>
            <a:chOff x="0" y="0"/>
            <a:chExt cx="1219479" cy="4722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479" cy="472230"/>
            </a:xfrm>
            <a:custGeom>
              <a:avLst/>
              <a:gdLst/>
              <a:ahLst/>
              <a:cxnLst/>
              <a:rect r="r" b="b" t="t" l="l"/>
              <a:pathLst>
                <a:path h="472230" w="1219479">
                  <a:moveTo>
                    <a:pt x="1016279" y="0"/>
                  </a:moveTo>
                  <a:cubicBezTo>
                    <a:pt x="1128503" y="0"/>
                    <a:pt x="1219479" y="105712"/>
                    <a:pt x="1219479" y="236115"/>
                  </a:cubicBezTo>
                  <a:cubicBezTo>
                    <a:pt x="1219479" y="366518"/>
                    <a:pt x="1128503" y="472230"/>
                    <a:pt x="1016279" y="472230"/>
                  </a:cubicBezTo>
                  <a:lnTo>
                    <a:pt x="203200" y="472230"/>
                  </a:lnTo>
                  <a:cubicBezTo>
                    <a:pt x="90976" y="472230"/>
                    <a:pt x="0" y="366518"/>
                    <a:pt x="0" y="236115"/>
                  </a:cubicBezTo>
                  <a:cubicBezTo>
                    <a:pt x="0" y="10571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5A7C6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19479" cy="472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IDE: Android Studio Flamingo.</a:t>
              </a:r>
            </a:p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7183" y="2427457"/>
            <a:ext cx="4149249" cy="1382767"/>
            <a:chOff x="0" y="0"/>
            <a:chExt cx="1219479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479" cy="406400"/>
            </a:xfrm>
            <a:custGeom>
              <a:avLst/>
              <a:gdLst/>
              <a:ahLst/>
              <a:cxnLst/>
              <a:rect r="r" b="b" t="t" l="l"/>
              <a:pathLst>
                <a:path h="406400" w="1219479">
                  <a:moveTo>
                    <a:pt x="1016279" y="0"/>
                  </a:moveTo>
                  <a:cubicBezTo>
                    <a:pt x="1128503" y="0"/>
                    <a:pt x="1219479" y="90976"/>
                    <a:pt x="1219479" y="203200"/>
                  </a:cubicBezTo>
                  <a:cubicBezTo>
                    <a:pt x="1219479" y="315424"/>
                    <a:pt x="1128503" y="406400"/>
                    <a:pt x="101627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F1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219479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Ngôn</a:t>
              </a:r>
              <a:r>
                <a:rPr lang="en-US" sz="31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 ngữ: Java (JDK 11).</a:t>
              </a:r>
            </a:p>
            <a:p>
              <a:pPr algn="ctr">
                <a:lnSpc>
                  <a:spcPts val="38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5475" y="6840054"/>
            <a:ext cx="4672666" cy="1777213"/>
            <a:chOff x="0" y="0"/>
            <a:chExt cx="1219479" cy="4638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479" cy="463820"/>
            </a:xfrm>
            <a:custGeom>
              <a:avLst/>
              <a:gdLst/>
              <a:ahLst/>
              <a:cxnLst/>
              <a:rect r="r" b="b" t="t" l="l"/>
              <a:pathLst>
                <a:path h="463820" w="1219479">
                  <a:moveTo>
                    <a:pt x="1016279" y="0"/>
                  </a:moveTo>
                  <a:cubicBezTo>
                    <a:pt x="1128503" y="0"/>
                    <a:pt x="1219479" y="103830"/>
                    <a:pt x="1219479" y="231910"/>
                  </a:cubicBezTo>
                  <a:cubicBezTo>
                    <a:pt x="1219479" y="359990"/>
                    <a:pt x="1128503" y="463820"/>
                    <a:pt x="1016279" y="463820"/>
                  </a:cubicBezTo>
                  <a:lnTo>
                    <a:pt x="203200" y="463820"/>
                  </a:lnTo>
                  <a:cubicBezTo>
                    <a:pt x="90976" y="463820"/>
                    <a:pt x="0" y="359990"/>
                    <a:pt x="0" y="231910"/>
                  </a:cubicBezTo>
                  <a:cubicBezTo>
                    <a:pt x="0" y="1038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A18B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219479" cy="463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Đồ họa: Android Canvas API (vẽ 2D) &amp; SurfaceView.</a:t>
              </a:r>
            </a:p>
          </p:txBody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585055">
            <a:off x="11897262" y="1694114"/>
            <a:ext cx="5246370" cy="5246370"/>
            <a:chOff x="0" y="0"/>
            <a:chExt cx="8909050" cy="890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525" y="9525"/>
              <a:ext cx="889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CDCC5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07645" y="527431"/>
              <a:ext cx="8493887" cy="7854315"/>
            </a:xfrm>
            <a:custGeom>
              <a:avLst/>
              <a:gdLst/>
              <a:ahLst/>
              <a:cxnLst/>
              <a:rect r="r" b="b" t="t" l="l"/>
              <a:pathLst>
                <a:path h="7854315" w="8493887">
                  <a:moveTo>
                    <a:pt x="0" y="0"/>
                  </a:moveTo>
                  <a:lnTo>
                    <a:pt x="8493887" y="0"/>
                  </a:lnTo>
                  <a:lnTo>
                    <a:pt x="8493887" y="7854315"/>
                  </a:lnTo>
                  <a:lnTo>
                    <a:pt x="0" y="7854315"/>
                  </a:lnTo>
                  <a:close/>
                </a:path>
              </a:pathLst>
            </a:custGeom>
            <a:blipFill>
              <a:blip r:embed="rId6"/>
              <a:stretch>
                <a:fillRect l="-78118" t="-18395" r="-10289" b="-18371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8909050" y="8909050"/>
                  </a:moveTo>
                  <a:lnTo>
                    <a:pt x="0" y="8909050"/>
                  </a:lnTo>
                  <a:lnTo>
                    <a:pt x="0" y="0"/>
                  </a:lnTo>
                  <a:lnTo>
                    <a:pt x="8909050" y="0"/>
                  </a:lnTo>
                  <a:lnTo>
                    <a:pt x="8909050" y="8909050"/>
                  </a:lnTo>
                  <a:close/>
                  <a:moveTo>
                    <a:pt x="19050" y="8890000"/>
                  </a:moveTo>
                  <a:lnTo>
                    <a:pt x="8890000" y="8890000"/>
                  </a:lnTo>
                  <a:lnTo>
                    <a:pt x="8890000" y="19050"/>
                  </a:lnTo>
                  <a:lnTo>
                    <a:pt x="19050" y="19050"/>
                  </a:lnTo>
                  <a:lnTo>
                    <a:pt x="19050" y="8890000"/>
                  </a:lnTo>
                  <a:close/>
                  <a:moveTo>
                    <a:pt x="8710930" y="8391144"/>
                  </a:moveTo>
                  <a:lnTo>
                    <a:pt x="198120" y="8391144"/>
                  </a:lnTo>
                  <a:lnTo>
                    <a:pt x="198120" y="517906"/>
                  </a:lnTo>
                  <a:lnTo>
                    <a:pt x="8710930" y="517906"/>
                  </a:lnTo>
                  <a:lnTo>
                    <a:pt x="8710930" y="8391144"/>
                  </a:lnTo>
                  <a:close/>
                  <a:moveTo>
                    <a:pt x="217170" y="8372094"/>
                  </a:moveTo>
                  <a:lnTo>
                    <a:pt x="8691880" y="8372094"/>
                  </a:lnTo>
                  <a:lnTo>
                    <a:pt x="8691880" y="536956"/>
                  </a:lnTo>
                  <a:lnTo>
                    <a:pt x="217170" y="536956"/>
                  </a:lnTo>
                  <a:lnTo>
                    <a:pt x="217170" y="8372094"/>
                  </a:lnTo>
                  <a:close/>
                </a:path>
              </a:pathLst>
            </a:custGeom>
            <a:solidFill>
              <a:srgbClr val="00000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-563982">
            <a:off x="11340369" y="1122425"/>
            <a:ext cx="3138926" cy="762000"/>
            <a:chOff x="0" y="0"/>
            <a:chExt cx="1388191" cy="3369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88191" cy="336995"/>
            </a:xfrm>
            <a:custGeom>
              <a:avLst/>
              <a:gdLst/>
              <a:ahLst/>
              <a:cxnLst/>
              <a:rect r="r" b="b" t="t" l="l"/>
              <a:pathLst>
                <a:path h="336995" w="1388191">
                  <a:moveTo>
                    <a:pt x="0" y="0"/>
                  </a:moveTo>
                  <a:lnTo>
                    <a:pt x="1388191" y="0"/>
                  </a:lnTo>
                  <a:lnTo>
                    <a:pt x="1388191" y="336995"/>
                  </a:lnTo>
                  <a:lnTo>
                    <a:pt x="0" y="336995"/>
                  </a:lnTo>
                  <a:close/>
                </a:path>
              </a:pathLst>
            </a:custGeom>
            <a:solidFill>
              <a:srgbClr val="B5A7C6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1388191" cy="308420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 marL="0" indent="0" lvl="0">
                <a:lnSpc>
                  <a:spcPts val="27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1"/>
                  </a:solidFill>
                  <a:latin typeface="Faustina Bold"/>
                  <a:ea typeface="Faustina Bold"/>
                  <a:cs typeface="Faustina Bold"/>
                  <a:sym typeface="Faustina Bold"/>
                </a:rPr>
                <a:t>Bạn có biết?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811417" y="918839"/>
            <a:ext cx="666750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Công nghệ sử dụng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193551" y="7031354"/>
            <a:ext cx="4184796" cy="1394613"/>
            <a:chOff x="0" y="0"/>
            <a:chExt cx="1219479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19479" cy="406400"/>
            </a:xfrm>
            <a:custGeom>
              <a:avLst/>
              <a:gdLst/>
              <a:ahLst/>
              <a:cxnLst/>
              <a:rect r="r" b="b" t="t" l="l"/>
              <a:pathLst>
                <a:path h="406400" w="1219479">
                  <a:moveTo>
                    <a:pt x="1016279" y="0"/>
                  </a:moveTo>
                  <a:cubicBezTo>
                    <a:pt x="1128503" y="0"/>
                    <a:pt x="1219479" y="90976"/>
                    <a:pt x="1219479" y="203200"/>
                  </a:cubicBezTo>
                  <a:cubicBezTo>
                    <a:pt x="1219479" y="315424"/>
                    <a:pt x="1128503" y="406400"/>
                    <a:pt x="101627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F1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219479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I</a:t>
              </a:r>
              <a:r>
                <a:rPr lang="en-US" sz="3199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nput: GestureDetector (xử lý vuốt).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034143" y="2427457"/>
            <a:ext cx="4503613" cy="1784241"/>
            <a:chOff x="0" y="0"/>
            <a:chExt cx="1219479" cy="48313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19479" cy="483133"/>
            </a:xfrm>
            <a:custGeom>
              <a:avLst/>
              <a:gdLst/>
              <a:ahLst/>
              <a:cxnLst/>
              <a:rect r="r" b="b" t="t" l="l"/>
              <a:pathLst>
                <a:path h="483133" w="1219479">
                  <a:moveTo>
                    <a:pt x="1016279" y="0"/>
                  </a:moveTo>
                  <a:cubicBezTo>
                    <a:pt x="1128503" y="0"/>
                    <a:pt x="1219479" y="108153"/>
                    <a:pt x="1219479" y="241566"/>
                  </a:cubicBezTo>
                  <a:cubicBezTo>
                    <a:pt x="1219479" y="374980"/>
                    <a:pt x="1128503" y="483133"/>
                    <a:pt x="1016279" y="483133"/>
                  </a:cubicBezTo>
                  <a:lnTo>
                    <a:pt x="203200" y="483133"/>
                  </a:lnTo>
                  <a:cubicBezTo>
                    <a:pt x="90976" y="483133"/>
                    <a:pt x="0" y="374980"/>
                    <a:pt x="0" y="241566"/>
                  </a:cubicBezTo>
                  <a:cubicBezTo>
                    <a:pt x="0" y="10815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5A7C6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219479" cy="483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Âm thanh: MediaPlayer (nhạc nền) &amp; SoundPool (hiệu ứng).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856995" y="4636651"/>
            <a:ext cx="4521352" cy="1777213"/>
            <a:chOff x="0" y="0"/>
            <a:chExt cx="1219479" cy="4793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479" cy="479342"/>
            </a:xfrm>
            <a:custGeom>
              <a:avLst/>
              <a:gdLst/>
              <a:ahLst/>
              <a:cxnLst/>
              <a:rect r="r" b="b" t="t" l="l"/>
              <a:pathLst>
                <a:path h="479342" w="1219479">
                  <a:moveTo>
                    <a:pt x="1016279" y="0"/>
                  </a:moveTo>
                  <a:cubicBezTo>
                    <a:pt x="1128503" y="0"/>
                    <a:pt x="1219479" y="107304"/>
                    <a:pt x="1219479" y="239671"/>
                  </a:cubicBezTo>
                  <a:cubicBezTo>
                    <a:pt x="1219479" y="372038"/>
                    <a:pt x="1128503" y="479342"/>
                    <a:pt x="1016279" y="479342"/>
                  </a:cubicBezTo>
                  <a:lnTo>
                    <a:pt x="203200" y="479342"/>
                  </a:lnTo>
                  <a:cubicBezTo>
                    <a:pt x="90976" y="479342"/>
                    <a:pt x="0" y="372038"/>
                    <a:pt x="0" y="239671"/>
                  </a:cubicBezTo>
                  <a:cubicBezTo>
                    <a:pt x="0" y="10730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A18B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219479" cy="479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1"/>
                  </a:solidFill>
                  <a:latin typeface="Cabin"/>
                  <a:ea typeface="Cabin"/>
                  <a:cs typeface="Cabin"/>
                  <a:sym typeface="Cabin"/>
                </a:rPr>
                <a:t>Lưu trữ: SharedPreferences (lưu cấu hình nhẹ).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23031">
            <a:off x="12515289" y="4838307"/>
            <a:ext cx="4762500" cy="3973970"/>
          </a:xfrm>
          <a:custGeom>
            <a:avLst/>
            <a:gdLst/>
            <a:ahLst/>
            <a:cxnLst/>
            <a:rect r="r" b="b" t="t" l="l"/>
            <a:pathLst>
              <a:path h="3973970" w="4762500">
                <a:moveTo>
                  <a:pt x="0" y="0"/>
                </a:moveTo>
                <a:lnTo>
                  <a:pt x="4762500" y="0"/>
                </a:lnTo>
                <a:lnTo>
                  <a:pt x="4762500" y="3973970"/>
                </a:lnTo>
                <a:lnTo>
                  <a:pt x="0" y="3973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1826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89404" y="4498778"/>
            <a:ext cx="4762500" cy="4352227"/>
          </a:xfrm>
          <a:custGeom>
            <a:avLst/>
            <a:gdLst/>
            <a:ahLst/>
            <a:cxnLst/>
            <a:rect r="r" b="b" t="t" l="l"/>
            <a:pathLst>
              <a:path h="4352227" w="4762500">
                <a:moveTo>
                  <a:pt x="0" y="0"/>
                </a:moveTo>
                <a:lnTo>
                  <a:pt x="4762500" y="0"/>
                </a:lnTo>
                <a:lnTo>
                  <a:pt x="4762500" y="4352226"/>
                </a:lnTo>
                <a:lnTo>
                  <a:pt x="0" y="43522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6896" t="-2270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7540">
            <a:off x="1061414" y="4760747"/>
            <a:ext cx="4670868" cy="4475998"/>
          </a:xfrm>
          <a:custGeom>
            <a:avLst/>
            <a:gdLst/>
            <a:ahLst/>
            <a:cxnLst/>
            <a:rect r="r" b="b" t="t" l="l"/>
            <a:pathLst>
              <a:path h="4475998" w="4670868">
                <a:moveTo>
                  <a:pt x="0" y="0"/>
                </a:moveTo>
                <a:lnTo>
                  <a:pt x="4670868" y="0"/>
                </a:lnTo>
                <a:lnTo>
                  <a:pt x="4670868" y="4475998"/>
                </a:lnTo>
                <a:lnTo>
                  <a:pt x="0" y="4475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3796" r="-4687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38250" y="4498778"/>
            <a:ext cx="4762500" cy="4191000"/>
            <a:chOff x="0" y="0"/>
            <a:chExt cx="812800" cy="7152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5264"/>
            </a:xfrm>
            <a:custGeom>
              <a:avLst/>
              <a:gdLst/>
              <a:ahLst/>
              <a:cxnLst/>
              <a:rect r="r" b="b" t="t" l="l"/>
              <a:pathLst>
                <a:path h="71526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15264"/>
                  </a:lnTo>
                  <a:lnTo>
                    <a:pt x="0" y="715264"/>
                  </a:lnTo>
                  <a:close/>
                </a:path>
              </a:pathLst>
            </a:custGeom>
            <a:solidFill>
              <a:srgbClr val="FFFB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12800" cy="734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1132859">
            <a:off x="16164840" y="4045093"/>
            <a:ext cx="626819" cy="1122966"/>
          </a:xfrm>
          <a:custGeom>
            <a:avLst/>
            <a:gdLst/>
            <a:ahLst/>
            <a:cxnLst/>
            <a:rect r="r" b="b" t="t" l="l"/>
            <a:pathLst>
              <a:path h="1122966" w="626819">
                <a:moveTo>
                  <a:pt x="0" y="0"/>
                </a:moveTo>
                <a:lnTo>
                  <a:pt x="626820" y="0"/>
                </a:lnTo>
                <a:lnTo>
                  <a:pt x="626820" y="1122966"/>
                </a:lnTo>
                <a:lnTo>
                  <a:pt x="0" y="11229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716456">
            <a:off x="15988776" y="5108047"/>
            <a:ext cx="248992" cy="262442"/>
          </a:xfrm>
          <a:custGeom>
            <a:avLst/>
            <a:gdLst/>
            <a:ahLst/>
            <a:cxnLst/>
            <a:rect r="r" b="b" t="t" l="l"/>
            <a:pathLst>
              <a:path h="262442" w="248992">
                <a:moveTo>
                  <a:pt x="0" y="0"/>
                </a:moveTo>
                <a:lnTo>
                  <a:pt x="248992" y="0"/>
                </a:lnTo>
                <a:lnTo>
                  <a:pt x="248992" y="262442"/>
                </a:lnTo>
                <a:lnTo>
                  <a:pt x="0" y="2624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66676">
            <a:off x="6621980" y="4784440"/>
            <a:ext cx="4750493" cy="4127232"/>
          </a:xfrm>
          <a:custGeom>
            <a:avLst/>
            <a:gdLst/>
            <a:ahLst/>
            <a:cxnLst/>
            <a:rect r="r" b="b" t="t" l="l"/>
            <a:pathLst>
              <a:path h="4127232" w="4750493">
                <a:moveTo>
                  <a:pt x="0" y="0"/>
                </a:moveTo>
                <a:lnTo>
                  <a:pt x="4750493" y="0"/>
                </a:lnTo>
                <a:lnTo>
                  <a:pt x="4750493" y="4127233"/>
                </a:lnTo>
                <a:lnTo>
                  <a:pt x="0" y="41272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4128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762750" y="4501407"/>
            <a:ext cx="4762500" cy="4191000"/>
            <a:chOff x="0" y="0"/>
            <a:chExt cx="812800" cy="7152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715264"/>
            </a:xfrm>
            <a:custGeom>
              <a:avLst/>
              <a:gdLst/>
              <a:ahLst/>
              <a:cxnLst/>
              <a:rect r="r" b="b" t="t" l="l"/>
              <a:pathLst>
                <a:path h="71526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15264"/>
                  </a:lnTo>
                  <a:lnTo>
                    <a:pt x="0" y="715264"/>
                  </a:lnTo>
                  <a:close/>
                </a:path>
              </a:pathLst>
            </a:custGeom>
            <a:solidFill>
              <a:srgbClr val="FFFB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12800" cy="734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1230571">
            <a:off x="8477672" y="4272226"/>
            <a:ext cx="1332656" cy="453103"/>
          </a:xfrm>
          <a:custGeom>
            <a:avLst/>
            <a:gdLst/>
            <a:ahLst/>
            <a:cxnLst/>
            <a:rect r="r" b="b" t="t" l="l"/>
            <a:pathLst>
              <a:path h="453103" w="1332656">
                <a:moveTo>
                  <a:pt x="0" y="0"/>
                </a:moveTo>
                <a:lnTo>
                  <a:pt x="1332656" y="0"/>
                </a:lnTo>
                <a:lnTo>
                  <a:pt x="1332656" y="453103"/>
                </a:lnTo>
                <a:lnTo>
                  <a:pt x="0" y="45310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09750" y="4257927"/>
            <a:ext cx="706566" cy="981341"/>
          </a:xfrm>
          <a:custGeom>
            <a:avLst/>
            <a:gdLst/>
            <a:ahLst/>
            <a:cxnLst/>
            <a:rect r="r" b="b" t="t" l="l"/>
            <a:pathLst>
              <a:path h="981341" w="706566">
                <a:moveTo>
                  <a:pt x="0" y="0"/>
                </a:moveTo>
                <a:lnTo>
                  <a:pt x="706566" y="0"/>
                </a:lnTo>
                <a:lnTo>
                  <a:pt x="706566" y="981341"/>
                </a:lnTo>
                <a:lnTo>
                  <a:pt x="0" y="9813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700000">
            <a:off x="11906831" y="7222155"/>
            <a:ext cx="710913" cy="1373745"/>
          </a:xfrm>
          <a:custGeom>
            <a:avLst/>
            <a:gdLst/>
            <a:ahLst/>
            <a:cxnLst/>
            <a:rect r="r" b="b" t="t" l="l"/>
            <a:pathLst>
              <a:path h="1373745" w="710913">
                <a:moveTo>
                  <a:pt x="0" y="0"/>
                </a:moveTo>
                <a:lnTo>
                  <a:pt x="710913" y="0"/>
                </a:lnTo>
                <a:lnTo>
                  <a:pt x="710913" y="1373745"/>
                </a:lnTo>
                <a:lnTo>
                  <a:pt x="0" y="137374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4230718">
            <a:off x="2156712" y="1372883"/>
            <a:ext cx="719206" cy="1253519"/>
          </a:xfrm>
          <a:custGeom>
            <a:avLst/>
            <a:gdLst/>
            <a:ahLst/>
            <a:cxnLst/>
            <a:rect r="r" b="b" t="t" l="l"/>
            <a:pathLst>
              <a:path h="1253519" w="719206">
                <a:moveTo>
                  <a:pt x="0" y="0"/>
                </a:moveTo>
                <a:lnTo>
                  <a:pt x="719207" y="0"/>
                </a:lnTo>
                <a:lnTo>
                  <a:pt x="719207" y="1253519"/>
                </a:lnTo>
                <a:lnTo>
                  <a:pt x="0" y="125351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400884" y="2547738"/>
            <a:ext cx="599122" cy="732260"/>
          </a:xfrm>
          <a:custGeom>
            <a:avLst/>
            <a:gdLst/>
            <a:ahLst/>
            <a:cxnLst/>
            <a:rect r="r" b="b" t="t" l="l"/>
            <a:pathLst>
              <a:path h="732260" w="599122">
                <a:moveTo>
                  <a:pt x="0" y="0"/>
                </a:moveTo>
                <a:lnTo>
                  <a:pt x="599122" y="0"/>
                </a:lnTo>
                <a:lnTo>
                  <a:pt x="599122" y="732260"/>
                </a:lnTo>
                <a:lnTo>
                  <a:pt x="0" y="73226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919205" y="1064383"/>
            <a:ext cx="843330" cy="774330"/>
          </a:xfrm>
          <a:custGeom>
            <a:avLst/>
            <a:gdLst/>
            <a:ahLst/>
            <a:cxnLst/>
            <a:rect r="r" b="b" t="t" l="l"/>
            <a:pathLst>
              <a:path h="774330" w="843330">
                <a:moveTo>
                  <a:pt x="0" y="0"/>
                </a:moveTo>
                <a:lnTo>
                  <a:pt x="843330" y="0"/>
                </a:lnTo>
                <a:lnTo>
                  <a:pt x="843330" y="774330"/>
                </a:lnTo>
                <a:lnTo>
                  <a:pt x="0" y="77433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334250" y="5517953"/>
            <a:ext cx="3619500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Hình</a:t>
            </a:r>
            <a:r>
              <a:rPr lang="en-US" sz="350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 ảnh: Biểu đồ Use Case tổng quan hệ thống Snake Game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63475" y="5065166"/>
            <a:ext cx="3619500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Điểm nhấn: Nhấn mạnh các chức năng chính: Chơi game, Cài đặt (Setting), Xem điểm.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09750" y="5295565"/>
            <a:ext cx="3619500" cy="374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Nội</a:t>
            </a:r>
            <a:r>
              <a:rPr lang="en-US" sz="350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 dung: Show sơ đồ Use Case tổng quan để thấy rõ các tương tác của người chơi.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3429000" y="860784"/>
            <a:ext cx="11430000" cy="2359842"/>
            <a:chOff x="0" y="0"/>
            <a:chExt cx="15240000" cy="3146456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2052986"/>
              <a:ext cx="15240000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70"/>
                </a:lnSpc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76200"/>
              <a:ext cx="15240000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900"/>
                </a:lnSpc>
              </a:pPr>
              <a:r>
                <a:rPr lang="en-US" b="true" sz="9000">
                  <a:solidFill>
                    <a:srgbClr val="000001"/>
                  </a:solidFill>
                  <a:latin typeface="Faustina Bold"/>
                  <a:ea typeface="Faustina Bold"/>
                  <a:cs typeface="Faustina Bold"/>
                  <a:sym typeface="Faustina Bold"/>
                </a:rPr>
                <a:t>Phâ</a:t>
              </a:r>
              <a:r>
                <a:rPr lang="en-US" b="true" sz="9000">
                  <a:solidFill>
                    <a:srgbClr val="000001"/>
                  </a:solidFill>
                  <a:latin typeface="Faustina Bold"/>
                  <a:ea typeface="Faustina Bold"/>
                  <a:cs typeface="Faustina Bold"/>
                  <a:sym typeface="Faustina Bold"/>
                </a:rPr>
                <a:t>n tích hệ thống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125721">
            <a:off x="4341854" y="-290387"/>
            <a:ext cx="8277063" cy="13584568"/>
          </a:xfrm>
          <a:custGeom>
            <a:avLst/>
            <a:gdLst/>
            <a:ahLst/>
            <a:cxnLst/>
            <a:rect r="r" b="b" t="t" l="l"/>
            <a:pathLst>
              <a:path h="13584568" w="8277063">
                <a:moveTo>
                  <a:pt x="8277062" y="13584568"/>
                </a:moveTo>
                <a:lnTo>
                  <a:pt x="0" y="13584568"/>
                </a:lnTo>
                <a:lnTo>
                  <a:pt x="0" y="0"/>
                </a:lnTo>
                <a:lnTo>
                  <a:pt x="8277062" y="0"/>
                </a:lnTo>
                <a:lnTo>
                  <a:pt x="8277062" y="135845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335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26830">
            <a:off x="5654558" y="-1237170"/>
            <a:ext cx="8277063" cy="13584568"/>
          </a:xfrm>
          <a:custGeom>
            <a:avLst/>
            <a:gdLst/>
            <a:ahLst/>
            <a:cxnLst/>
            <a:rect r="r" b="b" t="t" l="l"/>
            <a:pathLst>
              <a:path h="13584568" w="8277063">
                <a:moveTo>
                  <a:pt x="0" y="0"/>
                </a:moveTo>
                <a:lnTo>
                  <a:pt x="8277063" y="0"/>
                </a:lnTo>
                <a:lnTo>
                  <a:pt x="8277063" y="13584567"/>
                </a:lnTo>
                <a:lnTo>
                  <a:pt x="0" y="13584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33544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370461" y="1921032"/>
            <a:ext cx="3295715" cy="995397"/>
            <a:chOff x="0" y="0"/>
            <a:chExt cx="1345572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5572" cy="406400"/>
            </a:xfrm>
            <a:custGeom>
              <a:avLst/>
              <a:gdLst/>
              <a:ahLst/>
              <a:cxnLst/>
              <a:rect r="r" b="b" t="t" l="l"/>
              <a:pathLst>
                <a:path h="406400" w="1345572">
                  <a:moveTo>
                    <a:pt x="1142372" y="0"/>
                  </a:moveTo>
                  <a:cubicBezTo>
                    <a:pt x="1254596" y="0"/>
                    <a:pt x="1345572" y="90976"/>
                    <a:pt x="1345572" y="203200"/>
                  </a:cubicBezTo>
                  <a:cubicBezTo>
                    <a:pt x="1345572" y="315424"/>
                    <a:pt x="1254596" y="406400"/>
                    <a:pt x="114237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F1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345572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300">
                  <a:solidFill>
                    <a:srgbClr val="000001"/>
                  </a:solidFill>
                  <a:latin typeface="Faustina Bold"/>
                  <a:ea typeface="Faustina Bold"/>
                  <a:cs typeface="Faustina Bold"/>
                  <a:sym typeface="Faustina Bold"/>
                </a:rPr>
                <a:t>Các t</a:t>
              </a:r>
              <a:r>
                <a:rPr lang="en-US" b="true" sz="3300">
                  <a:solidFill>
                    <a:srgbClr val="000001"/>
                  </a:solidFill>
                  <a:latin typeface="Faustina Bold"/>
                  <a:ea typeface="Faustina Bold"/>
                  <a:cs typeface="Faustina Bold"/>
                  <a:sym typeface="Faustina Bold"/>
                </a:rPr>
                <a:t>ầng chính: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7660" y="3187442"/>
            <a:ext cx="3295715" cy="2204466"/>
            <a:chOff x="0" y="0"/>
            <a:chExt cx="1345572" cy="9000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5572" cy="900038"/>
            </a:xfrm>
            <a:custGeom>
              <a:avLst/>
              <a:gdLst/>
              <a:ahLst/>
              <a:cxnLst/>
              <a:rect r="r" b="b" t="t" l="l"/>
              <a:pathLst>
                <a:path h="900038" w="1345572">
                  <a:moveTo>
                    <a:pt x="1142372" y="0"/>
                  </a:moveTo>
                  <a:cubicBezTo>
                    <a:pt x="1254596" y="0"/>
                    <a:pt x="1345572" y="201480"/>
                    <a:pt x="1345572" y="450019"/>
                  </a:cubicBezTo>
                  <a:cubicBezTo>
                    <a:pt x="1345572" y="698558"/>
                    <a:pt x="1254596" y="900038"/>
                    <a:pt x="1142372" y="900038"/>
                  </a:cubicBezTo>
                  <a:lnTo>
                    <a:pt x="203200" y="900038"/>
                  </a:lnTo>
                  <a:cubicBezTo>
                    <a:pt x="90976" y="900038"/>
                    <a:pt x="0" y="698558"/>
                    <a:pt x="0" y="450019"/>
                  </a:cubicBezTo>
                  <a:cubicBezTo>
                    <a:pt x="0" y="20148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F1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345572" cy="890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300">
                  <a:solidFill>
                    <a:srgbClr val="000001"/>
                  </a:solidFill>
                  <a:latin typeface="Faustina Bold"/>
                  <a:ea typeface="Faustina Bold"/>
                  <a:cs typeface="Faustina Bold"/>
                  <a:sym typeface="Faustina Bold"/>
                </a:rPr>
                <a:t>Mô hình: Kiến trúc phân t</a:t>
              </a:r>
              <a:r>
                <a:rPr lang="en-US" b="true" sz="3300">
                  <a:solidFill>
                    <a:srgbClr val="000001"/>
                  </a:solidFill>
                  <a:latin typeface="Faustina Bold"/>
                  <a:ea typeface="Faustina Bold"/>
                  <a:cs typeface="Faustina Bold"/>
                  <a:sym typeface="Faustina Bold"/>
                </a:rPr>
                <a:t>ầng (Layered Architecture).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191000" y="-437162"/>
            <a:ext cx="9906000" cy="2181566"/>
            <a:chOff x="0" y="0"/>
            <a:chExt cx="2608988" cy="5745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08988" cy="574569"/>
            </a:xfrm>
            <a:custGeom>
              <a:avLst/>
              <a:gdLst/>
              <a:ahLst/>
              <a:cxnLst/>
              <a:rect r="r" b="b" t="t" l="l"/>
              <a:pathLst>
                <a:path h="574569" w="2608988">
                  <a:moveTo>
                    <a:pt x="0" y="0"/>
                  </a:moveTo>
                  <a:lnTo>
                    <a:pt x="2608988" y="0"/>
                  </a:lnTo>
                  <a:lnTo>
                    <a:pt x="2608988" y="574569"/>
                  </a:lnTo>
                  <a:lnTo>
                    <a:pt x="0" y="574569"/>
                  </a:lnTo>
                  <a:close/>
                </a:path>
              </a:pathLst>
            </a:custGeom>
            <a:solidFill>
              <a:srgbClr val="B5A7C6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608988" cy="574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572000" y="452865"/>
            <a:ext cx="914400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00"/>
              </a:lnSpc>
            </a:pPr>
            <a:r>
              <a:rPr lang="en-US" b="true" sz="6000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Kiế</a:t>
            </a:r>
            <a:r>
              <a:rPr lang="en-US" b="true" sz="6000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n trúc hệ thống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320494" y="974785"/>
            <a:ext cx="6501230" cy="9427357"/>
            <a:chOff x="0" y="0"/>
            <a:chExt cx="8668307" cy="12569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294947" y="3157142"/>
              <a:ext cx="1149962" cy="1009092"/>
            </a:xfrm>
            <a:custGeom>
              <a:avLst/>
              <a:gdLst/>
              <a:ahLst/>
              <a:cxnLst/>
              <a:rect r="r" b="b" t="t" l="l"/>
              <a:pathLst>
                <a:path h="1009092" w="1149962">
                  <a:moveTo>
                    <a:pt x="0" y="0"/>
                  </a:moveTo>
                  <a:lnTo>
                    <a:pt x="1149962" y="0"/>
                  </a:lnTo>
                  <a:lnTo>
                    <a:pt x="1149962" y="1009092"/>
                  </a:lnTo>
                  <a:lnTo>
                    <a:pt x="0" y="1009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2283914">
              <a:off x="601944" y="1350411"/>
              <a:ext cx="5736730" cy="3931562"/>
            </a:xfrm>
            <a:custGeom>
              <a:avLst/>
              <a:gdLst/>
              <a:ahLst/>
              <a:cxnLst/>
              <a:rect r="r" b="b" t="t" l="l"/>
              <a:pathLst>
                <a:path h="3931562" w="5736730">
                  <a:moveTo>
                    <a:pt x="0" y="0"/>
                  </a:moveTo>
                  <a:lnTo>
                    <a:pt x="5736730" y="0"/>
                  </a:lnTo>
                  <a:lnTo>
                    <a:pt x="5736730" y="3931562"/>
                  </a:lnTo>
                  <a:lnTo>
                    <a:pt x="0" y="3931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39547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10794" y="2706037"/>
              <a:ext cx="4036681" cy="3689662"/>
            </a:xfrm>
            <a:custGeom>
              <a:avLst/>
              <a:gdLst/>
              <a:ahLst/>
              <a:cxnLst/>
              <a:rect r="r" b="b" t="t" l="l"/>
              <a:pathLst>
                <a:path h="3689662" w="4036681">
                  <a:moveTo>
                    <a:pt x="0" y="0"/>
                  </a:moveTo>
                  <a:lnTo>
                    <a:pt x="4036681" y="0"/>
                  </a:lnTo>
                  <a:lnTo>
                    <a:pt x="4036681" y="3689662"/>
                  </a:lnTo>
                  <a:lnTo>
                    <a:pt x="0" y="3689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-43696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574970" y="6632384"/>
              <a:ext cx="3775887" cy="4317127"/>
            </a:xfrm>
            <a:custGeom>
              <a:avLst/>
              <a:gdLst/>
              <a:ahLst/>
              <a:cxnLst/>
              <a:rect r="r" b="b" t="t" l="l"/>
              <a:pathLst>
                <a:path h="4317127" w="3775887">
                  <a:moveTo>
                    <a:pt x="0" y="0"/>
                  </a:moveTo>
                  <a:lnTo>
                    <a:pt x="3775887" y="0"/>
                  </a:lnTo>
                  <a:lnTo>
                    <a:pt x="3775887" y="4317127"/>
                  </a:lnTo>
                  <a:lnTo>
                    <a:pt x="0" y="4317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45765" r="-26888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55432" y="3900657"/>
              <a:ext cx="6295950" cy="5893009"/>
            </a:xfrm>
            <a:custGeom>
              <a:avLst/>
              <a:gdLst/>
              <a:ahLst/>
              <a:cxnLst/>
              <a:rect r="r" b="b" t="t" l="l"/>
              <a:pathLst>
                <a:path h="5893009" w="6295950">
                  <a:moveTo>
                    <a:pt x="0" y="0"/>
                  </a:moveTo>
                  <a:lnTo>
                    <a:pt x="6295950" y="0"/>
                  </a:lnTo>
                  <a:lnTo>
                    <a:pt x="6295950" y="5893008"/>
                  </a:lnTo>
                  <a:lnTo>
                    <a:pt x="0" y="5893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true" flipV="false" rot="0">
              <a:off x="3587670" y="4764890"/>
              <a:ext cx="4409005" cy="5888488"/>
            </a:xfrm>
            <a:custGeom>
              <a:avLst/>
              <a:gdLst/>
              <a:ahLst/>
              <a:cxnLst/>
              <a:rect r="r" b="b" t="t" l="l"/>
              <a:pathLst>
                <a:path h="5888488" w="4409005">
                  <a:moveTo>
                    <a:pt x="4409005" y="0"/>
                  </a:moveTo>
                  <a:lnTo>
                    <a:pt x="0" y="0"/>
                  </a:lnTo>
                  <a:lnTo>
                    <a:pt x="0" y="5888487"/>
                  </a:lnTo>
                  <a:lnTo>
                    <a:pt x="4409005" y="5888487"/>
                  </a:lnTo>
                  <a:lnTo>
                    <a:pt x="4409005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498770" y="8485869"/>
              <a:ext cx="2319660" cy="1933480"/>
            </a:xfrm>
            <a:custGeom>
              <a:avLst/>
              <a:gdLst/>
              <a:ahLst/>
              <a:cxnLst/>
              <a:rect r="r" b="b" t="t" l="l"/>
              <a:pathLst>
                <a:path h="1933480" w="2319660">
                  <a:moveTo>
                    <a:pt x="0" y="0"/>
                  </a:moveTo>
                  <a:lnTo>
                    <a:pt x="2319660" y="0"/>
                  </a:lnTo>
                  <a:lnTo>
                    <a:pt x="2319660" y="1933480"/>
                  </a:lnTo>
                  <a:lnTo>
                    <a:pt x="0" y="1933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615056" y="11228911"/>
              <a:ext cx="4965906" cy="1340899"/>
            </a:xfrm>
            <a:custGeom>
              <a:avLst/>
              <a:gdLst/>
              <a:ahLst/>
              <a:cxnLst/>
              <a:rect r="r" b="b" t="t" l="l"/>
              <a:pathLst>
                <a:path h="1340899" w="4965906">
                  <a:moveTo>
                    <a:pt x="0" y="0"/>
                  </a:moveTo>
                  <a:lnTo>
                    <a:pt x="4965906" y="0"/>
                  </a:lnTo>
                  <a:lnTo>
                    <a:pt x="4965906" y="1340899"/>
                  </a:lnTo>
                  <a:lnTo>
                    <a:pt x="0" y="1340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-246774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5671776" y="6914986"/>
              <a:ext cx="2996530" cy="3806216"/>
            </a:xfrm>
            <a:custGeom>
              <a:avLst/>
              <a:gdLst/>
              <a:ahLst/>
              <a:cxnLst/>
              <a:rect r="r" b="b" t="t" l="l"/>
              <a:pathLst>
                <a:path h="3806216" w="2996530">
                  <a:moveTo>
                    <a:pt x="0" y="0"/>
                  </a:moveTo>
                  <a:lnTo>
                    <a:pt x="2996531" y="0"/>
                  </a:lnTo>
                  <a:lnTo>
                    <a:pt x="2996531" y="3806216"/>
                  </a:lnTo>
                  <a:lnTo>
                    <a:pt x="0" y="3806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5060433" y="8600347"/>
              <a:ext cx="2856619" cy="2874642"/>
            </a:xfrm>
            <a:custGeom>
              <a:avLst/>
              <a:gdLst/>
              <a:ahLst/>
              <a:cxnLst/>
              <a:rect r="r" b="b" t="t" l="l"/>
              <a:pathLst>
                <a:path h="2874642" w="2856619">
                  <a:moveTo>
                    <a:pt x="0" y="0"/>
                  </a:moveTo>
                  <a:lnTo>
                    <a:pt x="2856619" y="0"/>
                  </a:lnTo>
                  <a:lnTo>
                    <a:pt x="2856619" y="2874642"/>
                  </a:lnTo>
                  <a:lnTo>
                    <a:pt x="0" y="2874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500502" y="8028906"/>
              <a:ext cx="3761814" cy="2599071"/>
            </a:xfrm>
            <a:custGeom>
              <a:avLst/>
              <a:gdLst/>
              <a:ahLst/>
              <a:cxnLst/>
              <a:rect r="r" b="b" t="t" l="l"/>
              <a:pathLst>
                <a:path h="2599071" w="3761814">
                  <a:moveTo>
                    <a:pt x="0" y="0"/>
                  </a:moveTo>
                  <a:lnTo>
                    <a:pt x="3761814" y="0"/>
                  </a:lnTo>
                  <a:lnTo>
                    <a:pt x="3761814" y="2599071"/>
                  </a:lnTo>
                  <a:lnTo>
                    <a:pt x="0" y="2599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605400" y="9831765"/>
              <a:ext cx="3784312" cy="1643224"/>
            </a:xfrm>
            <a:custGeom>
              <a:avLst/>
              <a:gdLst/>
              <a:ahLst/>
              <a:cxnLst/>
              <a:rect r="r" b="b" t="t" l="l"/>
              <a:pathLst>
                <a:path h="1643224" w="3784312">
                  <a:moveTo>
                    <a:pt x="0" y="0"/>
                  </a:moveTo>
                  <a:lnTo>
                    <a:pt x="3784313" y="0"/>
                  </a:lnTo>
                  <a:lnTo>
                    <a:pt x="3784313" y="1643224"/>
                  </a:lnTo>
                  <a:lnTo>
                    <a:pt x="0" y="164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27" id="27"/>
          <p:cNvSpPr/>
          <p:nvPr/>
        </p:nvSpPr>
        <p:spPr>
          <a:xfrm>
            <a:off x="5897880" y="8045192"/>
            <a:ext cx="6492240" cy="0"/>
          </a:xfrm>
          <a:prstGeom prst="line">
            <a:avLst/>
          </a:prstGeom>
          <a:ln cap="rnd" w="28575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5897880" y="6102092"/>
            <a:ext cx="6492240" cy="0"/>
          </a:xfrm>
          <a:prstGeom prst="line">
            <a:avLst/>
          </a:prstGeom>
          <a:ln cap="rnd" w="28575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5897880" y="4158992"/>
            <a:ext cx="6492240" cy="0"/>
          </a:xfrm>
          <a:prstGeom prst="line">
            <a:avLst/>
          </a:prstGeom>
          <a:ln cap="rnd" w="28575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897880" y="2215892"/>
            <a:ext cx="6492240" cy="0"/>
          </a:xfrm>
          <a:prstGeom prst="line">
            <a:avLst/>
          </a:prstGeom>
          <a:ln cap="rnd" w="28575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4715081" y="3187442"/>
            <a:ext cx="2606476" cy="126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2088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Pre</a:t>
            </a:r>
            <a:r>
              <a:rPr lang="en-US" sz="2088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sentation Layer (UI): GameActivity, GameView, MenuActivity.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715081" y="6860235"/>
            <a:ext cx="2677487" cy="129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4"/>
              </a:lnSpc>
            </a:pPr>
            <a:r>
              <a:rPr lang="en-US" sz="2145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Data &amp;</a:t>
            </a:r>
            <a:r>
              <a:rPr lang="en-US" sz="2145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 Utility Layer: SettingManager, AssetManager, SharedPreferences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921103" y="5115636"/>
            <a:ext cx="2400454" cy="146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7"/>
              </a:lnSpc>
            </a:pPr>
            <a:r>
              <a:rPr lang="en-US" sz="1923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Bu</a:t>
            </a:r>
            <a:r>
              <a:rPr lang="en-US" sz="1923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siness Logic Layer: GameController, GameEngine, Snake, Food.</a:t>
            </a:r>
          </a:p>
          <a:p>
            <a:pPr algn="ctr">
              <a:lnSpc>
                <a:spcPts val="230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4000" y="908409"/>
            <a:ext cx="1524000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b="true" sz="5000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Th</a:t>
            </a:r>
            <a:r>
              <a:rPr lang="en-US" b="true" sz="5000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iết kế chi tiết - Logic Game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8062" y="2405795"/>
            <a:ext cx="4529203" cy="2920135"/>
            <a:chOff x="0" y="0"/>
            <a:chExt cx="1237465" cy="797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7465" cy="797837"/>
            </a:xfrm>
            <a:custGeom>
              <a:avLst/>
              <a:gdLst/>
              <a:ahLst/>
              <a:cxnLst/>
              <a:rect r="r" b="b" t="t" l="l"/>
              <a:pathLst>
                <a:path h="797837" w="1237465">
                  <a:moveTo>
                    <a:pt x="618732" y="0"/>
                  </a:moveTo>
                  <a:cubicBezTo>
                    <a:pt x="277016" y="0"/>
                    <a:pt x="0" y="178602"/>
                    <a:pt x="0" y="398918"/>
                  </a:cubicBezTo>
                  <a:cubicBezTo>
                    <a:pt x="0" y="619235"/>
                    <a:pt x="277016" y="797837"/>
                    <a:pt x="618732" y="797837"/>
                  </a:cubicBezTo>
                  <a:cubicBezTo>
                    <a:pt x="960449" y="797837"/>
                    <a:pt x="1237465" y="619235"/>
                    <a:pt x="1237465" y="398918"/>
                  </a:cubicBezTo>
                  <a:cubicBezTo>
                    <a:pt x="1237465" y="178602"/>
                    <a:pt x="960449" y="0"/>
                    <a:pt x="618732" y="0"/>
                  </a:cubicBezTo>
                  <a:close/>
                </a:path>
              </a:pathLst>
            </a:custGeom>
            <a:solidFill>
              <a:srgbClr val="E8A18B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6012" y="55747"/>
              <a:ext cx="1005440" cy="667292"/>
            </a:xfrm>
            <a:prstGeom prst="rect">
              <a:avLst/>
            </a:prstGeom>
          </p:spPr>
          <p:txBody>
            <a:bodyPr anchor="ctr" rtlCol="false" tIns="35437" lIns="35437" bIns="35437" rIns="35437"/>
            <a:lstStyle/>
            <a:p>
              <a:pPr algn="ctr">
                <a:lnSpc>
                  <a:spcPts val="2060"/>
                </a:lnSpc>
              </a:pPr>
              <a:r>
                <a:rPr lang="en-US" sz="1584">
                  <a:solidFill>
                    <a:srgbClr val="00000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Mô hình hóa dữ liệu (ERD): Game không dùng SQL phức tạp mà dùng cấu trúc đối tượng và SharedPreferences.</a:t>
              </a:r>
            </a:p>
            <a:p>
              <a:pPr algn="ctr">
                <a:lnSpc>
                  <a:spcPts val="2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74905">
            <a:off x="9975490" y="2500415"/>
            <a:ext cx="4529203" cy="5218051"/>
            <a:chOff x="0" y="0"/>
            <a:chExt cx="1237465" cy="14256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7465" cy="1425671"/>
            </a:xfrm>
            <a:custGeom>
              <a:avLst/>
              <a:gdLst/>
              <a:ahLst/>
              <a:cxnLst/>
              <a:rect r="r" b="b" t="t" l="l"/>
              <a:pathLst>
                <a:path h="1425671" w="1237465">
                  <a:moveTo>
                    <a:pt x="618732" y="0"/>
                  </a:moveTo>
                  <a:cubicBezTo>
                    <a:pt x="277016" y="0"/>
                    <a:pt x="0" y="319147"/>
                    <a:pt x="0" y="712836"/>
                  </a:cubicBezTo>
                  <a:cubicBezTo>
                    <a:pt x="0" y="1106524"/>
                    <a:pt x="277016" y="1425671"/>
                    <a:pt x="618732" y="1425671"/>
                  </a:cubicBezTo>
                  <a:cubicBezTo>
                    <a:pt x="960449" y="1425671"/>
                    <a:pt x="1237465" y="1106524"/>
                    <a:pt x="1237465" y="712836"/>
                  </a:cubicBezTo>
                  <a:cubicBezTo>
                    <a:pt x="1237465" y="319147"/>
                    <a:pt x="960449" y="0"/>
                    <a:pt x="618732" y="0"/>
                  </a:cubicBezTo>
                  <a:close/>
                </a:path>
              </a:pathLst>
            </a:custGeom>
            <a:solidFill>
              <a:srgbClr val="CDCC58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16012" y="114607"/>
              <a:ext cx="1005440" cy="1177408"/>
            </a:xfrm>
            <a:prstGeom prst="rect">
              <a:avLst/>
            </a:prstGeom>
          </p:spPr>
          <p:txBody>
            <a:bodyPr anchor="ctr" rtlCol="false" tIns="35437" lIns="35437" bIns="35437" rIns="35437"/>
            <a:lstStyle/>
            <a:p>
              <a:pPr algn="ctr">
                <a:lnSpc>
                  <a:spcPts val="2060"/>
                </a:lnSpc>
              </a:pPr>
              <a:r>
                <a:rPr lang="en-US" sz="1584">
                  <a:solidFill>
                    <a:srgbClr val="00000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Class chính:</a:t>
              </a:r>
            </a:p>
            <a:p>
              <a:pPr algn="ctr">
                <a:lnSpc>
                  <a:spcPts val="2060"/>
                </a:lnSpc>
              </a:pPr>
            </a:p>
            <a:p>
              <a:pPr algn="ctr">
                <a:lnSpc>
                  <a:spcPts val="2060"/>
                </a:lnSpc>
              </a:pPr>
              <a:r>
                <a:rPr lang="en-US" sz="1584">
                  <a:solidFill>
                    <a:srgbClr val="00000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Snake: Quản lý thân rắn (List Vector2D), hướng đi.</a:t>
              </a:r>
            </a:p>
            <a:p>
              <a:pPr algn="ctr">
                <a:lnSpc>
                  <a:spcPts val="2060"/>
                </a:lnSpc>
              </a:pPr>
            </a:p>
            <a:p>
              <a:pPr algn="ctr">
                <a:lnSpc>
                  <a:spcPts val="2060"/>
                </a:lnSpc>
              </a:pPr>
            </a:p>
            <a:p>
              <a:pPr algn="ctr">
                <a:lnSpc>
                  <a:spcPts val="2060"/>
                </a:lnSpc>
              </a:pPr>
            </a:p>
            <a:p>
              <a:pPr algn="ctr">
                <a:lnSpc>
                  <a:spcPts val="2060"/>
                </a:lnSpc>
              </a:pPr>
              <a:r>
                <a:rPr lang="en-US" sz="1584">
                  <a:solidFill>
                    <a:srgbClr val="00000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GameEngine: Quản lý vòng lặp, trạng thái game (Playing, Paused, GameOver).</a:t>
              </a:r>
            </a:p>
            <a:p>
              <a:pPr algn="ctr">
                <a:lnSpc>
                  <a:spcPts val="2060"/>
                </a:lnSpc>
              </a:pPr>
            </a:p>
            <a:p>
              <a:pPr algn="ctr">
                <a:lnSpc>
                  <a:spcPts val="2060"/>
                </a:lnSpc>
              </a:pPr>
            </a:p>
            <a:p>
              <a:pPr algn="ctr">
                <a:lnSpc>
                  <a:spcPts val="2060"/>
                </a:lnSpc>
              </a:pPr>
            </a:p>
            <a:p>
              <a:pPr algn="ctr">
                <a:lnSpc>
                  <a:spcPts val="2060"/>
                </a:lnSpc>
              </a:pPr>
              <a:r>
                <a:rPr lang="en-US" sz="1584">
                  <a:solidFill>
                    <a:srgbClr val="00000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SettingManager: Singleton Pattern để quản lý cài đặt toàn cục.</a:t>
              </a:r>
            </a:p>
            <a:p>
              <a:pPr algn="ctr" marL="0" indent="0" lvl="0">
                <a:lnSpc>
                  <a:spcPts val="20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4080472">
            <a:off x="2032339" y="4836197"/>
            <a:ext cx="248992" cy="262442"/>
          </a:xfrm>
          <a:custGeom>
            <a:avLst/>
            <a:gdLst/>
            <a:ahLst/>
            <a:cxnLst/>
            <a:rect r="r" b="b" t="t" l="l"/>
            <a:pathLst>
              <a:path h="262442" w="248992">
                <a:moveTo>
                  <a:pt x="0" y="0"/>
                </a:moveTo>
                <a:lnTo>
                  <a:pt x="248992" y="0"/>
                </a:lnTo>
                <a:lnTo>
                  <a:pt x="248992" y="262442"/>
                </a:lnTo>
                <a:lnTo>
                  <a:pt x="0" y="262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229744">
            <a:off x="12068232" y="2953400"/>
            <a:ext cx="243985" cy="305937"/>
          </a:xfrm>
          <a:custGeom>
            <a:avLst/>
            <a:gdLst/>
            <a:ahLst/>
            <a:cxnLst/>
            <a:rect r="r" b="b" t="t" l="l"/>
            <a:pathLst>
              <a:path h="305937" w="243985">
                <a:moveTo>
                  <a:pt x="0" y="0"/>
                </a:moveTo>
                <a:lnTo>
                  <a:pt x="243985" y="0"/>
                </a:lnTo>
                <a:lnTo>
                  <a:pt x="243985" y="305937"/>
                </a:lnTo>
                <a:lnTo>
                  <a:pt x="0" y="305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212271">
            <a:off x="5234121" y="2595187"/>
            <a:ext cx="1064944" cy="212989"/>
          </a:xfrm>
          <a:custGeom>
            <a:avLst/>
            <a:gdLst/>
            <a:ahLst/>
            <a:cxnLst/>
            <a:rect r="r" b="b" t="t" l="l"/>
            <a:pathLst>
              <a:path h="212989" w="1064944">
                <a:moveTo>
                  <a:pt x="0" y="0"/>
                </a:moveTo>
                <a:lnTo>
                  <a:pt x="1064944" y="0"/>
                </a:lnTo>
                <a:lnTo>
                  <a:pt x="1064944" y="212989"/>
                </a:lnTo>
                <a:lnTo>
                  <a:pt x="0" y="2129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45752" y="727434"/>
            <a:ext cx="16230600" cy="6962502"/>
            <a:chOff x="0" y="0"/>
            <a:chExt cx="4274726" cy="183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833745"/>
            </a:xfrm>
            <a:custGeom>
              <a:avLst/>
              <a:gdLst/>
              <a:ahLst/>
              <a:cxnLst/>
              <a:rect r="r" b="b" t="t" l="l"/>
              <a:pathLst>
                <a:path h="1833745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833745"/>
                  </a:lnTo>
                  <a:lnTo>
                    <a:pt x="0" y="1833745"/>
                  </a:lnTo>
                  <a:close/>
                </a:path>
              </a:pathLst>
            </a:custGeom>
            <a:solidFill>
              <a:srgbClr val="FFFB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274726" cy="1852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8062" y="2405795"/>
            <a:ext cx="4529203" cy="2920135"/>
            <a:chOff x="0" y="0"/>
            <a:chExt cx="1237465" cy="7978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7465" cy="797837"/>
            </a:xfrm>
            <a:custGeom>
              <a:avLst/>
              <a:gdLst/>
              <a:ahLst/>
              <a:cxnLst/>
              <a:rect r="r" b="b" t="t" l="l"/>
              <a:pathLst>
                <a:path h="797837" w="1237465">
                  <a:moveTo>
                    <a:pt x="618732" y="0"/>
                  </a:moveTo>
                  <a:cubicBezTo>
                    <a:pt x="277016" y="0"/>
                    <a:pt x="0" y="178602"/>
                    <a:pt x="0" y="398918"/>
                  </a:cubicBezTo>
                  <a:cubicBezTo>
                    <a:pt x="0" y="619235"/>
                    <a:pt x="277016" y="797837"/>
                    <a:pt x="618732" y="797837"/>
                  </a:cubicBezTo>
                  <a:cubicBezTo>
                    <a:pt x="960449" y="797837"/>
                    <a:pt x="1237465" y="619235"/>
                    <a:pt x="1237465" y="398918"/>
                  </a:cubicBezTo>
                  <a:cubicBezTo>
                    <a:pt x="1237465" y="178602"/>
                    <a:pt x="960449" y="0"/>
                    <a:pt x="618732" y="0"/>
                  </a:cubicBezTo>
                  <a:close/>
                </a:path>
              </a:pathLst>
            </a:custGeom>
            <a:solidFill>
              <a:srgbClr val="E8A18B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16012" y="55747"/>
              <a:ext cx="1005440" cy="667292"/>
            </a:xfrm>
            <a:prstGeom prst="rect">
              <a:avLst/>
            </a:prstGeom>
          </p:spPr>
          <p:txBody>
            <a:bodyPr anchor="ctr" rtlCol="false" tIns="35437" lIns="35437" bIns="35437" rIns="35437"/>
            <a:lstStyle/>
            <a:p>
              <a:pPr algn="ctr">
                <a:lnSpc>
                  <a:spcPts val="2060"/>
                </a:lnSpc>
              </a:pPr>
              <a:r>
                <a:rPr lang="en-US" sz="1584">
                  <a:solidFill>
                    <a:srgbClr val="00000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Màn hình Menu: Nút Play, Setting, Exit, Điểm cao.</a:t>
              </a:r>
            </a:p>
            <a:p>
              <a:pPr algn="ctr">
                <a:lnSpc>
                  <a:spcPts val="2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25256" y="1944585"/>
            <a:ext cx="3296747" cy="329674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A7C6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0"/>
                </a:lnSpc>
                <a:spcBef>
                  <a:spcPct val="0"/>
                </a:spcBef>
              </a:pPr>
              <a:r>
                <a:rPr lang="en-US" sz="1584">
                  <a:solidFill>
                    <a:srgbClr val="00000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Màn hình Game: Fullscreen, vẽ bằng Canvas, nút Pause.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55799" y="2405795"/>
            <a:ext cx="4529203" cy="2920135"/>
            <a:chOff x="0" y="0"/>
            <a:chExt cx="1237465" cy="7978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37465" cy="797837"/>
            </a:xfrm>
            <a:custGeom>
              <a:avLst/>
              <a:gdLst/>
              <a:ahLst/>
              <a:cxnLst/>
              <a:rect r="r" b="b" t="t" l="l"/>
              <a:pathLst>
                <a:path h="797837" w="1237465">
                  <a:moveTo>
                    <a:pt x="618732" y="0"/>
                  </a:moveTo>
                  <a:cubicBezTo>
                    <a:pt x="277016" y="0"/>
                    <a:pt x="0" y="178602"/>
                    <a:pt x="0" y="398918"/>
                  </a:cubicBezTo>
                  <a:cubicBezTo>
                    <a:pt x="0" y="619235"/>
                    <a:pt x="277016" y="797837"/>
                    <a:pt x="618732" y="797837"/>
                  </a:cubicBezTo>
                  <a:cubicBezTo>
                    <a:pt x="960449" y="797837"/>
                    <a:pt x="1237465" y="619235"/>
                    <a:pt x="1237465" y="398918"/>
                  </a:cubicBezTo>
                  <a:cubicBezTo>
                    <a:pt x="1237465" y="178602"/>
                    <a:pt x="960449" y="0"/>
                    <a:pt x="618732" y="0"/>
                  </a:cubicBezTo>
                  <a:close/>
                </a:path>
              </a:pathLst>
            </a:custGeom>
            <a:solidFill>
              <a:srgbClr val="CDCC58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16012" y="55747"/>
              <a:ext cx="1005440" cy="667292"/>
            </a:xfrm>
            <a:prstGeom prst="rect">
              <a:avLst/>
            </a:prstGeom>
          </p:spPr>
          <p:txBody>
            <a:bodyPr anchor="ctr" rtlCol="false" tIns="35437" lIns="35437" bIns="35437" rIns="35437"/>
            <a:lstStyle/>
            <a:p>
              <a:pPr algn="ctr" marL="0" indent="0" lvl="0">
                <a:lnSpc>
                  <a:spcPts val="2060"/>
                </a:lnSpc>
                <a:spcBef>
                  <a:spcPct val="0"/>
                </a:spcBef>
              </a:pPr>
              <a:r>
                <a:rPr lang="en-US" sz="1584">
                  <a:solidFill>
                    <a:srgbClr val="00000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Màn hình Settings: Chọn độ khó (Radio Button), chọn màu rắn.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4080472">
            <a:off x="2032339" y="4836197"/>
            <a:ext cx="248992" cy="262442"/>
          </a:xfrm>
          <a:custGeom>
            <a:avLst/>
            <a:gdLst/>
            <a:ahLst/>
            <a:cxnLst/>
            <a:rect r="r" b="b" t="t" l="l"/>
            <a:pathLst>
              <a:path h="262442" w="248992">
                <a:moveTo>
                  <a:pt x="0" y="0"/>
                </a:moveTo>
                <a:lnTo>
                  <a:pt x="248992" y="0"/>
                </a:lnTo>
                <a:lnTo>
                  <a:pt x="248992" y="262442"/>
                </a:lnTo>
                <a:lnTo>
                  <a:pt x="0" y="262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229744">
            <a:off x="12068232" y="2953400"/>
            <a:ext cx="243985" cy="305937"/>
          </a:xfrm>
          <a:custGeom>
            <a:avLst/>
            <a:gdLst/>
            <a:ahLst/>
            <a:cxnLst/>
            <a:rect r="r" b="b" t="t" l="l"/>
            <a:pathLst>
              <a:path h="305937" w="243985">
                <a:moveTo>
                  <a:pt x="0" y="0"/>
                </a:moveTo>
                <a:lnTo>
                  <a:pt x="243985" y="0"/>
                </a:lnTo>
                <a:lnTo>
                  <a:pt x="243985" y="305937"/>
                </a:lnTo>
                <a:lnTo>
                  <a:pt x="0" y="305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212271">
            <a:off x="5234121" y="2595187"/>
            <a:ext cx="1064944" cy="212989"/>
          </a:xfrm>
          <a:custGeom>
            <a:avLst/>
            <a:gdLst/>
            <a:ahLst/>
            <a:cxnLst/>
            <a:rect r="r" b="b" t="t" l="l"/>
            <a:pathLst>
              <a:path h="212989" w="1064944">
                <a:moveTo>
                  <a:pt x="0" y="0"/>
                </a:moveTo>
                <a:lnTo>
                  <a:pt x="1064944" y="0"/>
                </a:lnTo>
                <a:lnTo>
                  <a:pt x="1064944" y="212989"/>
                </a:lnTo>
                <a:lnTo>
                  <a:pt x="0" y="2129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904862">
            <a:off x="919774" y="1931543"/>
            <a:ext cx="326454" cy="362224"/>
          </a:xfrm>
          <a:custGeom>
            <a:avLst/>
            <a:gdLst/>
            <a:ahLst/>
            <a:cxnLst/>
            <a:rect r="r" b="b" t="t" l="l"/>
            <a:pathLst>
              <a:path h="362224" w="326454">
                <a:moveTo>
                  <a:pt x="0" y="0"/>
                </a:moveTo>
                <a:lnTo>
                  <a:pt x="326454" y="0"/>
                </a:lnTo>
                <a:lnTo>
                  <a:pt x="326454" y="362223"/>
                </a:lnTo>
                <a:lnTo>
                  <a:pt x="0" y="3622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766795" y="5443171"/>
            <a:ext cx="2111303" cy="4693997"/>
          </a:xfrm>
          <a:custGeom>
            <a:avLst/>
            <a:gdLst/>
            <a:ahLst/>
            <a:cxnLst/>
            <a:rect r="r" b="b" t="t" l="l"/>
            <a:pathLst>
              <a:path h="4693997" w="2111303">
                <a:moveTo>
                  <a:pt x="0" y="0"/>
                </a:moveTo>
                <a:lnTo>
                  <a:pt x="2111303" y="0"/>
                </a:lnTo>
                <a:lnTo>
                  <a:pt x="2111303" y="4693997"/>
                </a:lnTo>
                <a:lnTo>
                  <a:pt x="0" y="4693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245671" y="5566309"/>
            <a:ext cx="2055917" cy="4570859"/>
          </a:xfrm>
          <a:custGeom>
            <a:avLst/>
            <a:gdLst/>
            <a:ahLst/>
            <a:cxnLst/>
            <a:rect r="r" b="b" t="t" l="l"/>
            <a:pathLst>
              <a:path h="4570859" w="2055917">
                <a:moveTo>
                  <a:pt x="0" y="0"/>
                </a:moveTo>
                <a:lnTo>
                  <a:pt x="2055917" y="0"/>
                </a:lnTo>
                <a:lnTo>
                  <a:pt x="2055917" y="4570859"/>
                </a:lnTo>
                <a:lnTo>
                  <a:pt x="0" y="45708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806714" y="5499837"/>
            <a:ext cx="1970160" cy="4380198"/>
          </a:xfrm>
          <a:custGeom>
            <a:avLst/>
            <a:gdLst/>
            <a:ahLst/>
            <a:cxnLst/>
            <a:rect r="r" b="b" t="t" l="l"/>
            <a:pathLst>
              <a:path h="4380198" w="1970160">
                <a:moveTo>
                  <a:pt x="0" y="0"/>
                </a:moveTo>
                <a:lnTo>
                  <a:pt x="1970160" y="0"/>
                </a:lnTo>
                <a:lnTo>
                  <a:pt x="1970160" y="4380198"/>
                </a:lnTo>
                <a:lnTo>
                  <a:pt x="0" y="43801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24000" y="908409"/>
            <a:ext cx="1524000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b="true" sz="5000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Th</a:t>
            </a:r>
            <a:r>
              <a:rPr lang="en-US" b="true" sz="5000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iết kế Giao diện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1723" y="4206122"/>
            <a:ext cx="4762500" cy="5024084"/>
            <a:chOff x="0" y="0"/>
            <a:chExt cx="1254321" cy="1323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21" cy="1323215"/>
            </a:xfrm>
            <a:custGeom>
              <a:avLst/>
              <a:gdLst/>
              <a:ahLst/>
              <a:cxnLst/>
              <a:rect r="r" b="b" t="t" l="l"/>
              <a:pathLst>
                <a:path h="1323215" w="1254321">
                  <a:moveTo>
                    <a:pt x="0" y="0"/>
                  </a:moveTo>
                  <a:lnTo>
                    <a:pt x="1254321" y="0"/>
                  </a:lnTo>
                  <a:lnTo>
                    <a:pt x="1254321" y="1323215"/>
                  </a:lnTo>
                  <a:lnTo>
                    <a:pt x="0" y="1323215"/>
                  </a:lnTo>
                  <a:close/>
                </a:path>
              </a:pathLst>
            </a:custGeom>
            <a:solidFill>
              <a:srgbClr val="FFFB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54321" cy="1342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762750" y="5315315"/>
            <a:ext cx="4762500" cy="4208318"/>
          </a:xfrm>
          <a:custGeom>
            <a:avLst/>
            <a:gdLst/>
            <a:ahLst/>
            <a:cxnLst/>
            <a:rect r="r" b="b" t="t" l="l"/>
            <a:pathLst>
              <a:path h="4208318" w="4762500">
                <a:moveTo>
                  <a:pt x="0" y="0"/>
                </a:moveTo>
                <a:lnTo>
                  <a:pt x="4762500" y="0"/>
                </a:lnTo>
                <a:lnTo>
                  <a:pt x="4762500" y="4208318"/>
                </a:lnTo>
                <a:lnTo>
                  <a:pt x="0" y="420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093777" y="4206122"/>
            <a:ext cx="4762500" cy="5024084"/>
            <a:chOff x="0" y="0"/>
            <a:chExt cx="1254321" cy="13232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21" cy="1323215"/>
            </a:xfrm>
            <a:custGeom>
              <a:avLst/>
              <a:gdLst/>
              <a:ahLst/>
              <a:cxnLst/>
              <a:rect r="r" b="b" t="t" l="l"/>
              <a:pathLst>
                <a:path h="1323215" w="1254321">
                  <a:moveTo>
                    <a:pt x="0" y="0"/>
                  </a:moveTo>
                  <a:lnTo>
                    <a:pt x="1254321" y="0"/>
                  </a:lnTo>
                  <a:lnTo>
                    <a:pt x="1254321" y="1323215"/>
                  </a:lnTo>
                  <a:lnTo>
                    <a:pt x="0" y="1323215"/>
                  </a:lnTo>
                  <a:close/>
                </a:path>
              </a:pathLst>
            </a:custGeom>
            <a:solidFill>
              <a:srgbClr val="FFFBF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254321" cy="1342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-190346">
            <a:off x="1718960" y="3258227"/>
            <a:ext cx="4188027" cy="4188027"/>
            <a:chOff x="0" y="0"/>
            <a:chExt cx="8909050" cy="890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525" y="9525"/>
              <a:ext cx="889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CDCC5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07645" y="527431"/>
              <a:ext cx="8493887" cy="7854315"/>
            </a:xfrm>
            <a:custGeom>
              <a:avLst/>
              <a:gdLst/>
              <a:ahLst/>
              <a:cxnLst/>
              <a:rect r="r" b="b" t="t" l="l"/>
              <a:pathLst>
                <a:path h="7854315" w="8493887">
                  <a:moveTo>
                    <a:pt x="0" y="0"/>
                  </a:moveTo>
                  <a:lnTo>
                    <a:pt x="8493887" y="0"/>
                  </a:lnTo>
                  <a:lnTo>
                    <a:pt x="8493887" y="7854315"/>
                  </a:lnTo>
                  <a:lnTo>
                    <a:pt x="0" y="78543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8909050" y="8909050"/>
                  </a:moveTo>
                  <a:lnTo>
                    <a:pt x="0" y="8909050"/>
                  </a:lnTo>
                  <a:lnTo>
                    <a:pt x="0" y="0"/>
                  </a:lnTo>
                  <a:lnTo>
                    <a:pt x="8909050" y="0"/>
                  </a:lnTo>
                  <a:lnTo>
                    <a:pt x="8909050" y="8909050"/>
                  </a:lnTo>
                  <a:close/>
                  <a:moveTo>
                    <a:pt x="19050" y="8890000"/>
                  </a:moveTo>
                  <a:lnTo>
                    <a:pt x="8890000" y="8890000"/>
                  </a:lnTo>
                  <a:lnTo>
                    <a:pt x="8890000" y="19050"/>
                  </a:lnTo>
                  <a:lnTo>
                    <a:pt x="19050" y="19050"/>
                  </a:lnTo>
                  <a:lnTo>
                    <a:pt x="19050" y="8890000"/>
                  </a:lnTo>
                  <a:close/>
                  <a:moveTo>
                    <a:pt x="8710930" y="8391144"/>
                  </a:moveTo>
                  <a:lnTo>
                    <a:pt x="198120" y="8391144"/>
                  </a:lnTo>
                  <a:lnTo>
                    <a:pt x="198120" y="517906"/>
                  </a:lnTo>
                  <a:lnTo>
                    <a:pt x="8710930" y="517906"/>
                  </a:lnTo>
                  <a:lnTo>
                    <a:pt x="8710930" y="8391144"/>
                  </a:lnTo>
                  <a:close/>
                  <a:moveTo>
                    <a:pt x="217170" y="8372094"/>
                  </a:moveTo>
                  <a:lnTo>
                    <a:pt x="8691880" y="8372094"/>
                  </a:lnTo>
                  <a:lnTo>
                    <a:pt x="8691880" y="536956"/>
                  </a:lnTo>
                  <a:lnTo>
                    <a:pt x="217170" y="536956"/>
                  </a:lnTo>
                  <a:lnTo>
                    <a:pt x="217170" y="8372094"/>
                  </a:lnTo>
                  <a:close/>
                </a:path>
              </a:pathLst>
            </a:custGeom>
            <a:solidFill>
              <a:srgbClr val="000001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126791">
            <a:off x="7049987" y="3258227"/>
            <a:ext cx="4188027" cy="4188027"/>
            <a:chOff x="0" y="0"/>
            <a:chExt cx="8909050" cy="890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9525" y="9525"/>
              <a:ext cx="889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CDCC5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7645" y="527431"/>
              <a:ext cx="8493887" cy="7854315"/>
            </a:xfrm>
            <a:custGeom>
              <a:avLst/>
              <a:gdLst/>
              <a:ahLst/>
              <a:cxnLst/>
              <a:rect r="r" b="b" t="t" l="l"/>
              <a:pathLst>
                <a:path h="7854315" w="8493887">
                  <a:moveTo>
                    <a:pt x="0" y="0"/>
                  </a:moveTo>
                  <a:lnTo>
                    <a:pt x="8493887" y="0"/>
                  </a:lnTo>
                  <a:lnTo>
                    <a:pt x="8493887" y="7854315"/>
                  </a:lnTo>
                  <a:lnTo>
                    <a:pt x="0" y="78543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8909050" y="8909050"/>
                  </a:moveTo>
                  <a:lnTo>
                    <a:pt x="0" y="8909050"/>
                  </a:lnTo>
                  <a:lnTo>
                    <a:pt x="0" y="0"/>
                  </a:lnTo>
                  <a:lnTo>
                    <a:pt x="8909050" y="0"/>
                  </a:lnTo>
                  <a:lnTo>
                    <a:pt x="8909050" y="8909050"/>
                  </a:lnTo>
                  <a:close/>
                  <a:moveTo>
                    <a:pt x="19050" y="8890000"/>
                  </a:moveTo>
                  <a:lnTo>
                    <a:pt x="8890000" y="8890000"/>
                  </a:lnTo>
                  <a:lnTo>
                    <a:pt x="8890000" y="19050"/>
                  </a:lnTo>
                  <a:lnTo>
                    <a:pt x="19050" y="19050"/>
                  </a:lnTo>
                  <a:lnTo>
                    <a:pt x="19050" y="8890000"/>
                  </a:lnTo>
                  <a:close/>
                  <a:moveTo>
                    <a:pt x="8710930" y="8391144"/>
                  </a:moveTo>
                  <a:lnTo>
                    <a:pt x="198120" y="8391144"/>
                  </a:lnTo>
                  <a:lnTo>
                    <a:pt x="198120" y="517906"/>
                  </a:lnTo>
                  <a:lnTo>
                    <a:pt x="8710930" y="517906"/>
                  </a:lnTo>
                  <a:lnTo>
                    <a:pt x="8710930" y="8391144"/>
                  </a:lnTo>
                  <a:close/>
                  <a:moveTo>
                    <a:pt x="217170" y="8372094"/>
                  </a:moveTo>
                  <a:lnTo>
                    <a:pt x="8691880" y="8372094"/>
                  </a:lnTo>
                  <a:lnTo>
                    <a:pt x="8691880" y="536956"/>
                  </a:lnTo>
                  <a:lnTo>
                    <a:pt x="217170" y="536956"/>
                  </a:lnTo>
                  <a:lnTo>
                    <a:pt x="217170" y="8372094"/>
                  </a:lnTo>
                  <a:close/>
                </a:path>
              </a:pathLst>
            </a:custGeom>
            <a:solidFill>
              <a:srgbClr val="000001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-212384">
            <a:off x="12381013" y="3258227"/>
            <a:ext cx="4188027" cy="4188027"/>
            <a:chOff x="0" y="0"/>
            <a:chExt cx="8909050" cy="890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525" y="9525"/>
              <a:ext cx="889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CDCC5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07645" y="527431"/>
              <a:ext cx="8493887" cy="7854315"/>
            </a:xfrm>
            <a:custGeom>
              <a:avLst/>
              <a:gdLst/>
              <a:ahLst/>
              <a:cxnLst/>
              <a:rect r="r" b="b" t="t" l="l"/>
              <a:pathLst>
                <a:path h="7854315" w="8493887">
                  <a:moveTo>
                    <a:pt x="0" y="0"/>
                  </a:moveTo>
                  <a:lnTo>
                    <a:pt x="8493887" y="0"/>
                  </a:lnTo>
                  <a:lnTo>
                    <a:pt x="8493887" y="7854315"/>
                  </a:lnTo>
                  <a:lnTo>
                    <a:pt x="0" y="7854315"/>
                  </a:lnTo>
                  <a:close/>
                </a:path>
              </a:pathLst>
            </a:custGeom>
            <a:blipFill>
              <a:blip r:embed="rId4"/>
              <a:stretch>
                <a:fillRect l="0" t="-31005" r="0" b="-31005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8909050" y="8909050"/>
                  </a:moveTo>
                  <a:lnTo>
                    <a:pt x="0" y="8909050"/>
                  </a:lnTo>
                  <a:lnTo>
                    <a:pt x="0" y="0"/>
                  </a:lnTo>
                  <a:lnTo>
                    <a:pt x="8909050" y="0"/>
                  </a:lnTo>
                  <a:lnTo>
                    <a:pt x="8909050" y="8909050"/>
                  </a:lnTo>
                  <a:close/>
                  <a:moveTo>
                    <a:pt x="19050" y="8890000"/>
                  </a:moveTo>
                  <a:lnTo>
                    <a:pt x="8890000" y="8890000"/>
                  </a:lnTo>
                  <a:lnTo>
                    <a:pt x="8890000" y="19050"/>
                  </a:lnTo>
                  <a:lnTo>
                    <a:pt x="19050" y="19050"/>
                  </a:lnTo>
                  <a:lnTo>
                    <a:pt x="19050" y="8890000"/>
                  </a:lnTo>
                  <a:close/>
                  <a:moveTo>
                    <a:pt x="8710930" y="8391144"/>
                  </a:moveTo>
                  <a:lnTo>
                    <a:pt x="198120" y="8391144"/>
                  </a:lnTo>
                  <a:lnTo>
                    <a:pt x="198120" y="517906"/>
                  </a:lnTo>
                  <a:lnTo>
                    <a:pt x="8710930" y="517906"/>
                  </a:lnTo>
                  <a:lnTo>
                    <a:pt x="8710930" y="8391144"/>
                  </a:lnTo>
                  <a:close/>
                  <a:moveTo>
                    <a:pt x="217170" y="8372094"/>
                  </a:moveTo>
                  <a:lnTo>
                    <a:pt x="8691880" y="8372094"/>
                  </a:lnTo>
                  <a:lnTo>
                    <a:pt x="8691880" y="536956"/>
                  </a:lnTo>
                  <a:lnTo>
                    <a:pt x="217170" y="536956"/>
                  </a:lnTo>
                  <a:lnTo>
                    <a:pt x="217170" y="8372094"/>
                  </a:lnTo>
                  <a:close/>
                </a:path>
              </a:pathLst>
            </a:custGeom>
            <a:solidFill>
              <a:srgbClr val="000001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-575068">
            <a:off x="13716369" y="3069835"/>
            <a:ext cx="1037878" cy="322686"/>
          </a:xfrm>
          <a:custGeom>
            <a:avLst/>
            <a:gdLst/>
            <a:ahLst/>
            <a:cxnLst/>
            <a:rect r="r" b="b" t="t" l="l"/>
            <a:pathLst>
              <a:path h="322686" w="1037878">
                <a:moveTo>
                  <a:pt x="0" y="0"/>
                </a:moveTo>
                <a:lnTo>
                  <a:pt x="1037878" y="0"/>
                </a:lnTo>
                <a:lnTo>
                  <a:pt x="1037878" y="322686"/>
                </a:lnTo>
                <a:lnTo>
                  <a:pt x="0" y="322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1476816">
            <a:off x="16945522" y="1520366"/>
            <a:ext cx="807044" cy="1672378"/>
          </a:xfrm>
          <a:custGeom>
            <a:avLst/>
            <a:gdLst/>
            <a:ahLst/>
            <a:cxnLst/>
            <a:rect r="r" b="b" t="t" l="l"/>
            <a:pathLst>
              <a:path h="1672378" w="807044">
                <a:moveTo>
                  <a:pt x="0" y="0"/>
                </a:moveTo>
                <a:lnTo>
                  <a:pt x="807043" y="0"/>
                </a:lnTo>
                <a:lnTo>
                  <a:pt x="807043" y="1672378"/>
                </a:lnTo>
                <a:lnTo>
                  <a:pt x="0" y="16723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67249" t="-10580" r="0" b="-6135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1646695">
            <a:off x="1910746" y="919999"/>
            <a:ext cx="899450" cy="1540814"/>
          </a:xfrm>
          <a:custGeom>
            <a:avLst/>
            <a:gdLst/>
            <a:ahLst/>
            <a:cxnLst/>
            <a:rect r="r" b="b" t="t" l="l"/>
            <a:pathLst>
              <a:path h="1540814" w="899450">
                <a:moveTo>
                  <a:pt x="0" y="0"/>
                </a:moveTo>
                <a:lnTo>
                  <a:pt x="899450" y="0"/>
                </a:lnTo>
                <a:lnTo>
                  <a:pt x="899450" y="1540814"/>
                </a:lnTo>
                <a:lnTo>
                  <a:pt x="0" y="15408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266566" y="7617710"/>
            <a:ext cx="3275091" cy="240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292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Hệ t</a:t>
            </a:r>
            <a:r>
              <a:rPr lang="en-US" sz="2292" strike="noStrike" u="none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hống tăng tốc động (Dynamic Speed): FPS tăng dần theo điểm số (từ 5 lên 15 FPS) giúp game khó dần.</a:t>
            </a:r>
          </a:p>
          <a:p>
            <a:pPr algn="ctr">
              <a:lnSpc>
                <a:spcPts val="2750"/>
              </a:lnSpc>
            </a:pPr>
          </a:p>
          <a:p>
            <a:pPr algn="ctr">
              <a:lnSpc>
                <a:spcPts val="275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416056" y="7617710"/>
            <a:ext cx="3163112" cy="165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6"/>
              </a:lnSpc>
            </a:pPr>
            <a:r>
              <a:rPr lang="en-US" sz="2213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Hệ thống xoay đầu rắn: Đầu rắn tự động xoay theo hướng di chuyển (0°, 90°, 180°, 270°) tạo cảm giác thực tế.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34517" y="7571545"/>
            <a:ext cx="3129801" cy="163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8"/>
              </a:lnSpc>
            </a:pPr>
            <a:r>
              <a:rPr lang="en-US" sz="219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Quản lý tài ngu</a:t>
            </a:r>
            <a:r>
              <a:rPr lang="en-US" sz="219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yên tối ưu: Sử dụng Singleton và Static cho AssetManager để load ảnh 1 lần duy nhất, tránh memory leak.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789296">
            <a:off x="3049002" y="2974632"/>
            <a:ext cx="1149718" cy="436893"/>
          </a:xfrm>
          <a:custGeom>
            <a:avLst/>
            <a:gdLst/>
            <a:ahLst/>
            <a:cxnLst/>
            <a:rect r="r" b="b" t="t" l="l"/>
            <a:pathLst>
              <a:path h="436893" w="1149718">
                <a:moveTo>
                  <a:pt x="0" y="0"/>
                </a:moveTo>
                <a:lnTo>
                  <a:pt x="1149718" y="0"/>
                </a:lnTo>
                <a:lnTo>
                  <a:pt x="1149718" y="436893"/>
                </a:lnTo>
                <a:lnTo>
                  <a:pt x="0" y="4368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381500" y="1503659"/>
            <a:ext cx="9525000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6999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Các</a:t>
            </a:r>
            <a:r>
              <a:rPr lang="en-US" b="true" sz="6999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 tính năng đặc biệt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-8667744">
            <a:off x="10581014" y="8509210"/>
            <a:ext cx="1126472" cy="1304336"/>
          </a:xfrm>
          <a:custGeom>
            <a:avLst/>
            <a:gdLst/>
            <a:ahLst/>
            <a:cxnLst/>
            <a:rect r="r" b="b" t="t" l="l"/>
            <a:pathLst>
              <a:path h="1304336" w="1126472">
                <a:moveTo>
                  <a:pt x="0" y="0"/>
                </a:moveTo>
                <a:lnTo>
                  <a:pt x="1126472" y="0"/>
                </a:lnTo>
                <a:lnTo>
                  <a:pt x="1126472" y="1304336"/>
                </a:lnTo>
                <a:lnTo>
                  <a:pt x="0" y="13043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370703" y="3729596"/>
            <a:ext cx="6972200" cy="4943923"/>
          </a:xfrm>
          <a:custGeom>
            <a:avLst/>
            <a:gdLst/>
            <a:ahLst/>
            <a:cxnLst/>
            <a:rect r="r" b="b" t="t" l="l"/>
            <a:pathLst>
              <a:path h="4943923" w="6972200">
                <a:moveTo>
                  <a:pt x="6972199" y="0"/>
                </a:moveTo>
                <a:lnTo>
                  <a:pt x="0" y="0"/>
                </a:lnTo>
                <a:lnTo>
                  <a:pt x="0" y="4943924"/>
                </a:lnTo>
                <a:lnTo>
                  <a:pt x="6972199" y="4943924"/>
                </a:lnTo>
                <a:lnTo>
                  <a:pt x="69721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40058">
            <a:off x="5367163" y="3057047"/>
            <a:ext cx="1017655" cy="346003"/>
          </a:xfrm>
          <a:custGeom>
            <a:avLst/>
            <a:gdLst/>
            <a:ahLst/>
            <a:cxnLst/>
            <a:rect r="r" b="b" t="t" l="l"/>
            <a:pathLst>
              <a:path h="346003" w="1017655">
                <a:moveTo>
                  <a:pt x="0" y="0"/>
                </a:moveTo>
                <a:lnTo>
                  <a:pt x="1017655" y="0"/>
                </a:lnTo>
                <a:lnTo>
                  <a:pt x="1017655" y="346003"/>
                </a:lnTo>
                <a:lnTo>
                  <a:pt x="0" y="346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588342">
            <a:off x="569657" y="3821798"/>
            <a:ext cx="807044" cy="1672378"/>
          </a:xfrm>
          <a:custGeom>
            <a:avLst/>
            <a:gdLst/>
            <a:ahLst/>
            <a:cxnLst/>
            <a:rect r="r" b="b" t="t" l="l"/>
            <a:pathLst>
              <a:path h="1672378" w="807044">
                <a:moveTo>
                  <a:pt x="807044" y="0"/>
                </a:moveTo>
                <a:lnTo>
                  <a:pt x="0" y="0"/>
                </a:lnTo>
                <a:lnTo>
                  <a:pt x="0" y="1672378"/>
                </a:lnTo>
                <a:lnTo>
                  <a:pt x="807044" y="1672378"/>
                </a:lnTo>
                <a:lnTo>
                  <a:pt x="8070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7249" t="-10580" r="0" b="-613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15084564" y="2287701"/>
            <a:ext cx="1509255" cy="701803"/>
          </a:xfrm>
          <a:custGeom>
            <a:avLst/>
            <a:gdLst/>
            <a:ahLst/>
            <a:cxnLst/>
            <a:rect r="r" b="b" t="t" l="l"/>
            <a:pathLst>
              <a:path h="701803" w="1509255">
                <a:moveTo>
                  <a:pt x="0" y="0"/>
                </a:moveTo>
                <a:lnTo>
                  <a:pt x="1509254" y="0"/>
                </a:lnTo>
                <a:lnTo>
                  <a:pt x="1509254" y="701804"/>
                </a:lnTo>
                <a:lnTo>
                  <a:pt x="0" y="7018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7137" y="8022882"/>
            <a:ext cx="945095" cy="1235418"/>
          </a:xfrm>
          <a:custGeom>
            <a:avLst/>
            <a:gdLst/>
            <a:ahLst/>
            <a:cxnLst/>
            <a:rect r="r" b="b" t="t" l="l"/>
            <a:pathLst>
              <a:path h="1235418" w="945095">
                <a:moveTo>
                  <a:pt x="0" y="0"/>
                </a:moveTo>
                <a:lnTo>
                  <a:pt x="945094" y="0"/>
                </a:lnTo>
                <a:lnTo>
                  <a:pt x="945094" y="1235418"/>
                </a:lnTo>
                <a:lnTo>
                  <a:pt x="0" y="12354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94741" y="4457962"/>
            <a:ext cx="451442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80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D</a:t>
            </a:r>
            <a:r>
              <a:rPr lang="en-US" sz="2800" strike="noStrike" u="none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ữ liệu lưu trữ: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361125">
            <a:off x="16101696" y="7338803"/>
            <a:ext cx="1038443" cy="724314"/>
          </a:xfrm>
          <a:custGeom>
            <a:avLst/>
            <a:gdLst/>
            <a:ahLst/>
            <a:cxnLst/>
            <a:rect r="r" b="b" t="t" l="l"/>
            <a:pathLst>
              <a:path h="724314" w="1038443">
                <a:moveTo>
                  <a:pt x="0" y="0"/>
                </a:moveTo>
                <a:lnTo>
                  <a:pt x="1038444" y="0"/>
                </a:lnTo>
                <a:lnTo>
                  <a:pt x="1038444" y="724314"/>
                </a:lnTo>
                <a:lnTo>
                  <a:pt x="0" y="7243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81500" y="1393326"/>
            <a:ext cx="9525000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6999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Xử</a:t>
            </a:r>
            <a:r>
              <a:rPr lang="en-US" b="true" sz="6999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 lý lưu trữ dữ liệu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83212" y="5153025"/>
            <a:ext cx="451442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h</a:t>
            </a:r>
            <a:r>
              <a:rPr lang="en-US" sz="2800" strike="noStrike" u="none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ighScore (int).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370703" y="5800987"/>
            <a:ext cx="451442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d</a:t>
            </a:r>
            <a:r>
              <a:rPr lang="en-US" sz="2800" strike="noStrike" u="none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ifficulty (Easy/Hard).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718649" y="6458212"/>
            <a:ext cx="3324200" cy="617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  <a:spcBef>
                <a:spcPct val="0"/>
              </a:spcBef>
            </a:pPr>
            <a:r>
              <a:rPr lang="en-US" sz="2061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snakeColor</a:t>
            </a:r>
            <a:r>
              <a:rPr lang="en-US" sz="2061" strike="noStrike" u="none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 (Blue/Green/Purple).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28907" y="7309371"/>
            <a:ext cx="3894167" cy="713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8"/>
              </a:lnSpc>
              <a:spcBef>
                <a:spcPct val="0"/>
              </a:spcBef>
            </a:pPr>
            <a:r>
              <a:rPr lang="en-US" sz="2415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so</a:t>
            </a:r>
            <a:r>
              <a:rPr lang="en-US" sz="2415" strike="noStrike" u="none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undEnabled (Boolean).</a:t>
            </a:r>
          </a:p>
          <a:p>
            <a:pPr algn="ctr">
              <a:lnSpc>
                <a:spcPts val="2898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cover dir="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18819" y="5143500"/>
            <a:ext cx="4762500" cy="4086706"/>
            <a:chOff x="0" y="0"/>
            <a:chExt cx="1254321" cy="1076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21" cy="1076334"/>
            </a:xfrm>
            <a:custGeom>
              <a:avLst/>
              <a:gdLst/>
              <a:ahLst/>
              <a:cxnLst/>
              <a:rect r="r" b="b" t="t" l="l"/>
              <a:pathLst>
                <a:path h="1076334" w="1254321">
                  <a:moveTo>
                    <a:pt x="0" y="0"/>
                  </a:moveTo>
                  <a:lnTo>
                    <a:pt x="1254321" y="0"/>
                  </a:lnTo>
                  <a:lnTo>
                    <a:pt x="1254321" y="1076334"/>
                  </a:lnTo>
                  <a:lnTo>
                    <a:pt x="0" y="1076334"/>
                  </a:lnTo>
                  <a:close/>
                </a:path>
              </a:pathLst>
            </a:custGeom>
            <a:solidFill>
              <a:srgbClr val="FFFB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54321" cy="1095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6973834" y="2898009"/>
            <a:ext cx="5580165" cy="4188027"/>
            <a:chOff x="0" y="0"/>
            <a:chExt cx="8909050" cy="66864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525" y="9525"/>
              <a:ext cx="8890000" cy="6667373"/>
            </a:xfrm>
            <a:custGeom>
              <a:avLst/>
              <a:gdLst/>
              <a:ahLst/>
              <a:cxnLst/>
              <a:rect r="r" b="b" t="t" l="l"/>
              <a:pathLst>
                <a:path h="6667373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6667373"/>
                  </a:lnTo>
                  <a:lnTo>
                    <a:pt x="0" y="6667373"/>
                  </a:lnTo>
                  <a:close/>
                </a:path>
              </a:pathLst>
            </a:custGeom>
            <a:solidFill>
              <a:srgbClr val="C06E5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2372" y="372872"/>
              <a:ext cx="8544306" cy="5940679"/>
            </a:xfrm>
            <a:custGeom>
              <a:avLst/>
              <a:gdLst/>
              <a:ahLst/>
              <a:cxnLst/>
              <a:rect r="r" b="b" t="t" l="l"/>
              <a:pathLst>
                <a:path h="5940679" w="8544306">
                  <a:moveTo>
                    <a:pt x="0" y="0"/>
                  </a:moveTo>
                  <a:lnTo>
                    <a:pt x="8544306" y="0"/>
                  </a:lnTo>
                  <a:lnTo>
                    <a:pt x="8544306" y="5940679"/>
                  </a:lnTo>
                  <a:lnTo>
                    <a:pt x="0" y="59406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09050" cy="6686423"/>
            </a:xfrm>
            <a:custGeom>
              <a:avLst/>
              <a:gdLst/>
              <a:ahLst/>
              <a:cxnLst/>
              <a:rect r="r" b="b" t="t" l="l"/>
              <a:pathLst>
                <a:path h="6686423" w="8909050">
                  <a:moveTo>
                    <a:pt x="8909050" y="6686423"/>
                  </a:moveTo>
                  <a:lnTo>
                    <a:pt x="0" y="6686423"/>
                  </a:lnTo>
                  <a:lnTo>
                    <a:pt x="0" y="0"/>
                  </a:lnTo>
                  <a:lnTo>
                    <a:pt x="8909050" y="0"/>
                  </a:lnTo>
                  <a:lnTo>
                    <a:pt x="8909050" y="6686423"/>
                  </a:lnTo>
                  <a:close/>
                  <a:moveTo>
                    <a:pt x="19050" y="6667373"/>
                  </a:moveTo>
                  <a:lnTo>
                    <a:pt x="8890000" y="6667373"/>
                  </a:lnTo>
                  <a:lnTo>
                    <a:pt x="8890000" y="19050"/>
                  </a:lnTo>
                  <a:lnTo>
                    <a:pt x="19050" y="19050"/>
                  </a:lnTo>
                  <a:lnTo>
                    <a:pt x="19050" y="6667373"/>
                  </a:lnTo>
                  <a:close/>
                  <a:moveTo>
                    <a:pt x="8736203" y="6323076"/>
                  </a:moveTo>
                  <a:lnTo>
                    <a:pt x="172847" y="6323076"/>
                  </a:lnTo>
                  <a:lnTo>
                    <a:pt x="172847" y="363347"/>
                  </a:lnTo>
                  <a:lnTo>
                    <a:pt x="8736203" y="363347"/>
                  </a:lnTo>
                  <a:lnTo>
                    <a:pt x="8736203" y="6323076"/>
                  </a:lnTo>
                  <a:close/>
                  <a:moveTo>
                    <a:pt x="191897" y="6304026"/>
                  </a:moveTo>
                  <a:lnTo>
                    <a:pt x="8717153" y="6304026"/>
                  </a:lnTo>
                  <a:lnTo>
                    <a:pt x="8717153" y="382397"/>
                  </a:lnTo>
                  <a:lnTo>
                    <a:pt x="191897" y="382397"/>
                  </a:lnTo>
                  <a:lnTo>
                    <a:pt x="191897" y="6304026"/>
                  </a:lnTo>
                  <a:close/>
                </a:path>
              </a:pathLst>
            </a:custGeom>
            <a:solidFill>
              <a:srgbClr val="000001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098184" y="7847770"/>
            <a:ext cx="1016268" cy="995943"/>
          </a:xfrm>
          <a:custGeom>
            <a:avLst/>
            <a:gdLst/>
            <a:ahLst/>
            <a:cxnLst/>
            <a:rect r="r" b="b" t="t" l="l"/>
            <a:pathLst>
              <a:path h="995943" w="1016268">
                <a:moveTo>
                  <a:pt x="0" y="0"/>
                </a:moveTo>
                <a:lnTo>
                  <a:pt x="1016268" y="0"/>
                </a:lnTo>
                <a:lnTo>
                  <a:pt x="1016268" y="995942"/>
                </a:lnTo>
                <a:lnTo>
                  <a:pt x="0" y="9959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206626">
            <a:off x="1909321" y="3455988"/>
            <a:ext cx="540906" cy="668535"/>
          </a:xfrm>
          <a:custGeom>
            <a:avLst/>
            <a:gdLst/>
            <a:ahLst/>
            <a:cxnLst/>
            <a:rect r="r" b="b" t="t" l="l"/>
            <a:pathLst>
              <a:path h="668535" w="540906">
                <a:moveTo>
                  <a:pt x="0" y="0"/>
                </a:moveTo>
                <a:lnTo>
                  <a:pt x="540905" y="0"/>
                </a:lnTo>
                <a:lnTo>
                  <a:pt x="540905" y="668535"/>
                </a:lnTo>
                <a:lnTo>
                  <a:pt x="0" y="668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361125">
            <a:off x="1433187" y="7806801"/>
            <a:ext cx="1038443" cy="724314"/>
          </a:xfrm>
          <a:custGeom>
            <a:avLst/>
            <a:gdLst/>
            <a:ahLst/>
            <a:cxnLst/>
            <a:rect r="r" b="b" t="t" l="l"/>
            <a:pathLst>
              <a:path h="724314" w="1038443">
                <a:moveTo>
                  <a:pt x="0" y="0"/>
                </a:moveTo>
                <a:lnTo>
                  <a:pt x="1038444" y="0"/>
                </a:lnTo>
                <a:lnTo>
                  <a:pt x="1038444" y="724314"/>
                </a:lnTo>
                <a:lnTo>
                  <a:pt x="0" y="7243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620589" y="2225312"/>
            <a:ext cx="631800" cy="905807"/>
          </a:xfrm>
          <a:custGeom>
            <a:avLst/>
            <a:gdLst/>
            <a:ahLst/>
            <a:cxnLst/>
            <a:rect r="r" b="b" t="t" l="l"/>
            <a:pathLst>
              <a:path h="905807" w="631800">
                <a:moveTo>
                  <a:pt x="0" y="0"/>
                </a:moveTo>
                <a:lnTo>
                  <a:pt x="631800" y="0"/>
                </a:lnTo>
                <a:lnTo>
                  <a:pt x="631800" y="905807"/>
                </a:lnTo>
                <a:lnTo>
                  <a:pt x="0" y="9058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172341">
            <a:off x="5124388" y="3018785"/>
            <a:ext cx="1503206" cy="535517"/>
          </a:xfrm>
          <a:custGeom>
            <a:avLst/>
            <a:gdLst/>
            <a:ahLst/>
            <a:cxnLst/>
            <a:rect r="r" b="b" t="t" l="l"/>
            <a:pathLst>
              <a:path h="535517" w="1503206">
                <a:moveTo>
                  <a:pt x="0" y="0"/>
                </a:moveTo>
                <a:lnTo>
                  <a:pt x="1503206" y="0"/>
                </a:lnTo>
                <a:lnTo>
                  <a:pt x="1503206" y="535517"/>
                </a:lnTo>
                <a:lnTo>
                  <a:pt x="0" y="5355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518819" y="3990975"/>
            <a:ext cx="400050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Tổ</a:t>
            </a:r>
            <a:r>
              <a:rPr lang="en-US" sz="300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ng số test case: 16.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Kết quả: 100% Pass.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Hiệu năng: Ổn định 60 FPS, RAM ~50MB.</a:t>
            </a:r>
          </a:p>
          <a:p>
            <a:pPr algn="ctr" marL="0" indent="0" lvl="0">
              <a:lnSpc>
                <a:spcPts val="36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381500" y="1503659"/>
            <a:ext cx="9525000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6999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Kiểm</a:t>
            </a:r>
            <a:r>
              <a:rPr lang="en-US" b="true" sz="6999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 thử &amp; Đánh giá</a:t>
            </a:r>
          </a:p>
        </p:txBody>
      </p:sp>
    </p:spTree>
  </p:cSld>
  <p:clrMapOvr>
    <a:masterClrMapping/>
  </p:clrMapOvr>
  <p:transition spd="fast">
    <p:cover dir="d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6676">
            <a:off x="12148633" y="5141264"/>
            <a:ext cx="4750493" cy="4127232"/>
          </a:xfrm>
          <a:custGeom>
            <a:avLst/>
            <a:gdLst/>
            <a:ahLst/>
            <a:cxnLst/>
            <a:rect r="r" b="b" t="t" l="l"/>
            <a:pathLst>
              <a:path h="4127232" w="4750493">
                <a:moveTo>
                  <a:pt x="0" y="0"/>
                </a:moveTo>
                <a:lnTo>
                  <a:pt x="4750493" y="0"/>
                </a:lnTo>
                <a:lnTo>
                  <a:pt x="4750493" y="4127233"/>
                </a:lnTo>
                <a:lnTo>
                  <a:pt x="0" y="4127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4128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89404" y="4284102"/>
            <a:ext cx="4762500" cy="47625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BF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763243" y="4284102"/>
            <a:ext cx="4762007" cy="5153783"/>
          </a:xfrm>
          <a:custGeom>
            <a:avLst/>
            <a:gdLst/>
            <a:ahLst/>
            <a:cxnLst/>
            <a:rect r="r" b="b" t="t" l="l"/>
            <a:pathLst>
              <a:path h="5153783" w="4762007">
                <a:moveTo>
                  <a:pt x="0" y="0"/>
                </a:moveTo>
                <a:lnTo>
                  <a:pt x="4762007" y="0"/>
                </a:lnTo>
                <a:lnTo>
                  <a:pt x="4762007" y="5153782"/>
                </a:lnTo>
                <a:lnTo>
                  <a:pt x="0" y="51537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6896" t="-3606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23031">
            <a:off x="1210731" y="4634860"/>
            <a:ext cx="4762500" cy="4688525"/>
          </a:xfrm>
          <a:custGeom>
            <a:avLst/>
            <a:gdLst/>
            <a:ahLst/>
            <a:cxnLst/>
            <a:rect r="r" b="b" t="t" l="l"/>
            <a:pathLst>
              <a:path h="4688525" w="4762500">
                <a:moveTo>
                  <a:pt x="0" y="0"/>
                </a:moveTo>
                <a:lnTo>
                  <a:pt x="4762500" y="0"/>
                </a:lnTo>
                <a:lnTo>
                  <a:pt x="4762500" y="4688526"/>
                </a:lnTo>
                <a:lnTo>
                  <a:pt x="0" y="46885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735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38250" y="4284102"/>
            <a:ext cx="4762500" cy="47625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BF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1724362">
            <a:off x="5668266" y="7675784"/>
            <a:ext cx="575143" cy="1030387"/>
          </a:xfrm>
          <a:custGeom>
            <a:avLst/>
            <a:gdLst/>
            <a:ahLst/>
            <a:cxnLst/>
            <a:rect r="r" b="b" t="t" l="l"/>
            <a:pathLst>
              <a:path h="1030387" w="575143">
                <a:moveTo>
                  <a:pt x="0" y="0"/>
                </a:moveTo>
                <a:lnTo>
                  <a:pt x="575143" y="0"/>
                </a:lnTo>
                <a:lnTo>
                  <a:pt x="575143" y="1030387"/>
                </a:lnTo>
                <a:lnTo>
                  <a:pt x="0" y="10303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6127618">
            <a:off x="5304261" y="8523378"/>
            <a:ext cx="248992" cy="262442"/>
          </a:xfrm>
          <a:custGeom>
            <a:avLst/>
            <a:gdLst/>
            <a:ahLst/>
            <a:cxnLst/>
            <a:rect r="r" b="b" t="t" l="l"/>
            <a:pathLst>
              <a:path h="262442" w="248992">
                <a:moveTo>
                  <a:pt x="0" y="0"/>
                </a:moveTo>
                <a:lnTo>
                  <a:pt x="248992" y="0"/>
                </a:lnTo>
                <a:lnTo>
                  <a:pt x="248992" y="262442"/>
                </a:lnTo>
                <a:lnTo>
                  <a:pt x="0" y="2624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68598" y="3275183"/>
            <a:ext cx="1123266" cy="852878"/>
          </a:xfrm>
          <a:custGeom>
            <a:avLst/>
            <a:gdLst/>
            <a:ahLst/>
            <a:cxnLst/>
            <a:rect r="r" b="b" t="t" l="l"/>
            <a:pathLst>
              <a:path h="852878" w="1123266">
                <a:moveTo>
                  <a:pt x="0" y="0"/>
                </a:moveTo>
                <a:lnTo>
                  <a:pt x="1123266" y="0"/>
                </a:lnTo>
                <a:lnTo>
                  <a:pt x="1123266" y="852878"/>
                </a:lnTo>
                <a:lnTo>
                  <a:pt x="0" y="8528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92013" t="0" r="0" b="-12886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37369" y="149838"/>
            <a:ext cx="14379290" cy="126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06"/>
              </a:lnSpc>
            </a:pPr>
            <a:r>
              <a:rPr lang="en-US" b="true" sz="8824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Kết</a:t>
            </a:r>
            <a:r>
              <a:rPr lang="en-US" b="true" sz="8824">
                <a:solidFill>
                  <a:srgbClr val="000001"/>
                </a:solidFill>
                <a:latin typeface="Faustina Bold"/>
                <a:ea typeface="Faustina Bold"/>
                <a:cs typeface="Faustina Bold"/>
                <a:sym typeface="Faustina Bold"/>
              </a:rPr>
              <a:t> luận &amp; Hướng phát triển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2700000">
            <a:off x="15423636" y="3723795"/>
            <a:ext cx="1313436" cy="339105"/>
          </a:xfrm>
          <a:custGeom>
            <a:avLst/>
            <a:gdLst/>
            <a:ahLst/>
            <a:cxnLst/>
            <a:rect r="r" b="b" t="t" l="l"/>
            <a:pathLst>
              <a:path h="339105" w="1313436">
                <a:moveTo>
                  <a:pt x="0" y="0"/>
                </a:moveTo>
                <a:lnTo>
                  <a:pt x="1313436" y="0"/>
                </a:lnTo>
                <a:lnTo>
                  <a:pt x="1313436" y="339105"/>
                </a:lnTo>
                <a:lnTo>
                  <a:pt x="0" y="3391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2330002">
            <a:off x="13953873" y="1701638"/>
            <a:ext cx="1140013" cy="1202714"/>
          </a:xfrm>
          <a:custGeom>
            <a:avLst/>
            <a:gdLst/>
            <a:ahLst/>
            <a:cxnLst/>
            <a:rect r="r" b="b" t="t" l="l"/>
            <a:pathLst>
              <a:path h="1202714" w="1140013">
                <a:moveTo>
                  <a:pt x="0" y="0"/>
                </a:moveTo>
                <a:lnTo>
                  <a:pt x="1140014" y="0"/>
                </a:lnTo>
                <a:lnTo>
                  <a:pt x="1140014" y="1202714"/>
                </a:lnTo>
                <a:lnTo>
                  <a:pt x="0" y="12027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-61996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480581" y="2113242"/>
            <a:ext cx="1280714" cy="776879"/>
          </a:xfrm>
          <a:custGeom>
            <a:avLst/>
            <a:gdLst/>
            <a:ahLst/>
            <a:cxnLst/>
            <a:rect r="r" b="b" t="t" l="l"/>
            <a:pathLst>
              <a:path h="776879" w="1280714">
                <a:moveTo>
                  <a:pt x="0" y="0"/>
                </a:moveTo>
                <a:lnTo>
                  <a:pt x="1280714" y="0"/>
                </a:lnTo>
                <a:lnTo>
                  <a:pt x="1280714" y="776880"/>
                </a:lnTo>
                <a:lnTo>
                  <a:pt x="0" y="77688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32414" r="-3946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430231" y="9446361"/>
            <a:ext cx="1497118" cy="151583"/>
          </a:xfrm>
          <a:custGeom>
            <a:avLst/>
            <a:gdLst/>
            <a:ahLst/>
            <a:cxnLst/>
            <a:rect r="r" b="b" t="t" l="l"/>
            <a:pathLst>
              <a:path h="151583" w="1497118">
                <a:moveTo>
                  <a:pt x="0" y="0"/>
                </a:moveTo>
                <a:lnTo>
                  <a:pt x="1497118" y="0"/>
                </a:lnTo>
                <a:lnTo>
                  <a:pt x="1497118" y="151583"/>
                </a:lnTo>
                <a:lnTo>
                  <a:pt x="0" y="15158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221977" y="5391452"/>
            <a:ext cx="4064584" cy="146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7"/>
              </a:lnSpc>
            </a:pPr>
            <a:r>
              <a:rPr lang="en-US" sz="296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Hạ</a:t>
            </a:r>
            <a:r>
              <a:rPr lang="en-US" sz="296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n chế: Chỉ có 1 màn chơi, chưa có bảng xếp hạng Online.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35430" y="4331727"/>
            <a:ext cx="2908996" cy="4867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2"/>
              </a:lnSpc>
            </a:pPr>
            <a:r>
              <a:rPr lang="en-US" sz="225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Hướ</a:t>
            </a:r>
            <a:r>
              <a:rPr lang="en-US" sz="225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ng phát triển (Roadmap): </a:t>
            </a:r>
          </a:p>
          <a:p>
            <a:pPr algn="ctr">
              <a:lnSpc>
                <a:spcPts val="2992"/>
              </a:lnSpc>
            </a:pPr>
          </a:p>
          <a:p>
            <a:pPr algn="ctr">
              <a:lnSpc>
                <a:spcPts val="2992"/>
              </a:lnSpc>
            </a:pPr>
          </a:p>
          <a:p>
            <a:pPr algn="ctr">
              <a:lnSpc>
                <a:spcPts val="2992"/>
              </a:lnSpc>
            </a:pPr>
            <a:r>
              <a:rPr lang="en-US" sz="225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Q2 2025: Thêm Leaderboard Online (Firebase).</a:t>
            </a:r>
          </a:p>
          <a:p>
            <a:pPr algn="ctr">
              <a:lnSpc>
                <a:spcPts val="2992"/>
              </a:lnSpc>
            </a:pPr>
            <a:r>
              <a:rPr lang="en-US" sz="225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Q3 2025: Chế độ Multiplayer (Chơi nhiều người).</a:t>
            </a:r>
          </a:p>
          <a:p>
            <a:pPr algn="ctr">
              <a:lnSpc>
                <a:spcPts val="2992"/>
              </a:lnSpc>
            </a:pPr>
            <a:r>
              <a:rPr lang="en-US" sz="2250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Thêm Power-ups (vật phẩm hỗ trợ).</a:t>
            </a:r>
          </a:p>
          <a:p>
            <a:pPr algn="ctr">
              <a:lnSpc>
                <a:spcPts val="2992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972168" y="4932030"/>
            <a:ext cx="3179004" cy="325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2799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Kết quả đạt được:</a:t>
            </a:r>
            <a:r>
              <a:rPr lang="en-US" sz="2799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 Hoàn thành game với đầy đủ tính năng cốt lõi, kiến trúc code sạch (MVC, Singleton), chạy ổn định.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283" y="-133945"/>
            <a:ext cx="18649408" cy="10554891"/>
            <a:chOff x="0" y="0"/>
            <a:chExt cx="24865878" cy="14073188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526" r="0" b="7526"/>
            <a:stretch>
              <a:fillRect/>
            </a:stretch>
          </p:blipFill>
          <p:spPr>
            <a:xfrm flipH="true" flipV="false">
              <a:off x="0" y="0"/>
              <a:ext cx="24865878" cy="14073188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226830">
            <a:off x="-919081" y="-1258818"/>
            <a:ext cx="8277063" cy="13584568"/>
          </a:xfrm>
          <a:custGeom>
            <a:avLst/>
            <a:gdLst/>
            <a:ahLst/>
            <a:cxnLst/>
            <a:rect r="r" b="b" t="t" l="l"/>
            <a:pathLst>
              <a:path h="13584568" w="8277063">
                <a:moveTo>
                  <a:pt x="0" y="0"/>
                </a:moveTo>
                <a:lnTo>
                  <a:pt x="8277062" y="0"/>
                </a:lnTo>
                <a:lnTo>
                  <a:pt x="8277062" y="13584567"/>
                </a:lnTo>
                <a:lnTo>
                  <a:pt x="0" y="13584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3354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98651" y="2281180"/>
            <a:ext cx="1422599" cy="153031"/>
          </a:xfrm>
          <a:custGeom>
            <a:avLst/>
            <a:gdLst/>
            <a:ahLst/>
            <a:cxnLst/>
            <a:rect r="r" b="b" t="t" l="l"/>
            <a:pathLst>
              <a:path h="153031" w="1422599">
                <a:moveTo>
                  <a:pt x="0" y="0"/>
                </a:moveTo>
                <a:lnTo>
                  <a:pt x="1422598" y="0"/>
                </a:lnTo>
                <a:lnTo>
                  <a:pt x="1422598" y="153031"/>
                </a:lnTo>
                <a:lnTo>
                  <a:pt x="0" y="1530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109539">
            <a:off x="195603" y="2681213"/>
            <a:ext cx="8311591" cy="200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62"/>
              </a:lnSpc>
            </a:pPr>
            <a:r>
              <a:rPr lang="en-US" sz="6108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Cảm ơn Thầy Cô và các bạn đã lắng nghe.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DAG8r85ZnC4</dc:identifier>
  <dcterms:modified xsi:type="dcterms:W3CDTF">2011-08-01T06:04:30Z</dcterms:modified>
  <cp:revision>1</cp:revision>
  <dc:title>Rừng nhiệt đới Bản thuyết trình Giáo dục màu Xanh lá Nâu Ảnh ghép Gọn gàng</dc:title>
</cp:coreProperties>
</file>